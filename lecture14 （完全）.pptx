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1" r:id="rId2"/>
  </p:sldMasterIdLst>
  <p:notesMasterIdLst>
    <p:notesMasterId r:id="rId75"/>
  </p:notesMasterIdLst>
  <p:sldIdLst>
    <p:sldId id="356" r:id="rId3"/>
    <p:sldId id="362" r:id="rId4"/>
    <p:sldId id="427" r:id="rId5"/>
    <p:sldId id="428" r:id="rId6"/>
    <p:sldId id="381" r:id="rId7"/>
    <p:sldId id="429" r:id="rId8"/>
    <p:sldId id="398" r:id="rId9"/>
    <p:sldId id="430" r:id="rId10"/>
    <p:sldId id="431" r:id="rId11"/>
    <p:sldId id="432" r:id="rId12"/>
    <p:sldId id="1322" r:id="rId13"/>
    <p:sldId id="455" r:id="rId14"/>
    <p:sldId id="463" r:id="rId15"/>
    <p:sldId id="464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72" r:id="rId24"/>
    <p:sldId id="473" r:id="rId25"/>
    <p:sldId id="474" r:id="rId26"/>
    <p:sldId id="475" r:id="rId27"/>
    <p:sldId id="476" r:id="rId28"/>
    <p:sldId id="477" r:id="rId29"/>
    <p:sldId id="478" r:id="rId30"/>
    <p:sldId id="479" r:id="rId31"/>
    <p:sldId id="480" r:id="rId32"/>
    <p:sldId id="481" r:id="rId33"/>
    <p:sldId id="482" r:id="rId34"/>
    <p:sldId id="483" r:id="rId35"/>
    <p:sldId id="484" r:id="rId36"/>
    <p:sldId id="485" r:id="rId37"/>
    <p:sldId id="486" r:id="rId38"/>
    <p:sldId id="487" r:id="rId39"/>
    <p:sldId id="488" r:id="rId40"/>
    <p:sldId id="489" r:id="rId41"/>
    <p:sldId id="490" r:id="rId42"/>
    <p:sldId id="491" r:id="rId43"/>
    <p:sldId id="462" r:id="rId44"/>
    <p:sldId id="456" r:id="rId45"/>
    <p:sldId id="457" r:id="rId46"/>
    <p:sldId id="458" r:id="rId47"/>
    <p:sldId id="1324" r:id="rId48"/>
    <p:sldId id="459" r:id="rId49"/>
    <p:sldId id="460" r:id="rId50"/>
    <p:sldId id="1321" r:id="rId51"/>
    <p:sldId id="1303" r:id="rId52"/>
    <p:sldId id="1304" r:id="rId53"/>
    <p:sldId id="1305" r:id="rId54"/>
    <p:sldId id="1306" r:id="rId55"/>
    <p:sldId id="1307" r:id="rId56"/>
    <p:sldId id="1308" r:id="rId57"/>
    <p:sldId id="1309" r:id="rId58"/>
    <p:sldId id="1310" r:id="rId59"/>
    <p:sldId id="1311" r:id="rId60"/>
    <p:sldId id="1312" r:id="rId61"/>
    <p:sldId id="1313" r:id="rId62"/>
    <p:sldId id="1314" r:id="rId63"/>
    <p:sldId id="1315" r:id="rId64"/>
    <p:sldId id="1316" r:id="rId65"/>
    <p:sldId id="1317" r:id="rId66"/>
    <p:sldId id="1318" r:id="rId67"/>
    <p:sldId id="492" r:id="rId68"/>
    <p:sldId id="461" r:id="rId69"/>
    <p:sldId id="509" r:id="rId70"/>
    <p:sldId id="1323" r:id="rId71"/>
    <p:sldId id="1325" r:id="rId72"/>
    <p:sldId id="1326" r:id="rId73"/>
    <p:sldId id="1320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 Yifeng" initials="Z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5E225-2105-2E41-A938-22B4BB9527B6}" v="20" dt="2026-04-22T03:32:08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0" autoAdjust="0"/>
    <p:restoredTop sz="77221" autoAdjust="0"/>
  </p:normalViewPr>
  <p:slideViewPr>
    <p:cSldViewPr snapToGrid="0">
      <p:cViewPr varScale="1">
        <p:scale>
          <a:sx n="93" d="100"/>
          <a:sy n="93" d="100"/>
        </p:scale>
        <p:origin x="2152" y="20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commentAuthors" Target="commentAuthor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ebo Liu" userId="03ca8e3e-ef5d-4c2c-a759-93b02397f0c8" providerId="ADAL" clId="{5469A19A-8731-5071-ACFB-69940F350C15}"/>
    <pc:docChg chg="custSel modSld">
      <pc:chgData name="Xuebo Liu" userId="03ca8e3e-ef5d-4c2c-a759-93b02397f0c8" providerId="ADAL" clId="{5469A19A-8731-5071-ACFB-69940F350C15}" dt="2026-04-22T03:32:08.027" v="68"/>
      <pc:docMkLst>
        <pc:docMk/>
      </pc:docMkLst>
      <pc:sldChg chg="modSp mod">
        <pc:chgData name="Xuebo Liu" userId="03ca8e3e-ef5d-4c2c-a759-93b02397f0c8" providerId="ADAL" clId="{5469A19A-8731-5071-ACFB-69940F350C15}" dt="2026-04-22T03:31:44.255" v="47"/>
        <pc:sldMkLst>
          <pc:docMk/>
          <pc:sldMk cId="4244954209" sldId="1322"/>
        </pc:sldMkLst>
        <pc:spChg chg="mod">
          <ac:chgData name="Xuebo Liu" userId="03ca8e3e-ef5d-4c2c-a759-93b02397f0c8" providerId="ADAL" clId="{5469A19A-8731-5071-ACFB-69940F350C15}" dt="2026-04-22T03:31:44.252" v="42" actId="20577"/>
          <ac:spMkLst>
            <pc:docMk/>
            <pc:sldMk cId="4244954209" sldId="1322"/>
            <ac:spMk id="9" creationId="{C209C589-1705-49A7-9388-CE98BA07CB7D}"/>
          </ac:spMkLst>
        </pc:spChg>
        <pc:spChg chg="mod">
          <ac:chgData name="Xuebo Liu" userId="03ca8e3e-ef5d-4c2c-a759-93b02397f0c8" providerId="ADAL" clId="{5469A19A-8731-5071-ACFB-69940F350C15}" dt="2026-04-22T03:31:44.253" v="43" actId="20577"/>
          <ac:spMkLst>
            <pc:docMk/>
            <pc:sldMk cId="4244954209" sldId="1322"/>
            <ac:spMk id="10" creationId="{50D3CA9C-9927-4512-9250-6F5C1762F3F0}"/>
          </ac:spMkLst>
        </pc:spChg>
        <pc:spChg chg="mod">
          <ac:chgData name="Xuebo Liu" userId="03ca8e3e-ef5d-4c2c-a759-93b02397f0c8" providerId="ADAL" clId="{5469A19A-8731-5071-ACFB-69940F350C15}" dt="2026-04-22T03:31:44.254" v="44" actId="20577"/>
          <ac:spMkLst>
            <pc:docMk/>
            <pc:sldMk cId="4244954209" sldId="1322"/>
            <ac:spMk id="11" creationId="{6C2ADAAA-9ADD-4960-9695-F4C89E6C90E0}"/>
          </ac:spMkLst>
        </pc:spChg>
        <pc:spChg chg="mod">
          <ac:chgData name="Xuebo Liu" userId="03ca8e3e-ef5d-4c2c-a759-93b02397f0c8" providerId="ADAL" clId="{5469A19A-8731-5071-ACFB-69940F350C15}" dt="2026-04-22T03:31:44.254" v="45" actId="20577"/>
          <ac:spMkLst>
            <pc:docMk/>
            <pc:sldMk cId="4244954209" sldId="1322"/>
            <ac:spMk id="12" creationId="{8C586D13-AF65-4831-B077-78FC8559BF55}"/>
          </ac:spMkLst>
        </pc:spChg>
        <pc:spChg chg="mod">
          <ac:chgData name="Xuebo Liu" userId="03ca8e3e-ef5d-4c2c-a759-93b02397f0c8" providerId="ADAL" clId="{5469A19A-8731-5071-ACFB-69940F350C15}" dt="2026-04-22T03:31:44.255" v="46"/>
          <ac:spMkLst>
            <pc:docMk/>
            <pc:sldMk cId="4244954209" sldId="1322"/>
            <ac:spMk id="14" creationId="{F687A84A-3B53-4F59-86BF-7A2188CEE0BD}"/>
          </ac:spMkLst>
        </pc:spChg>
        <pc:picChg chg="mod">
          <ac:chgData name="Xuebo Liu" userId="03ca8e3e-ef5d-4c2c-a759-93b02397f0c8" providerId="ADAL" clId="{5469A19A-8731-5071-ACFB-69940F350C15}" dt="2026-04-22T03:31:44.255" v="47"/>
          <ac:picMkLst>
            <pc:docMk/>
            <pc:sldMk cId="4244954209" sldId="1322"/>
            <ac:picMk id="3" creationId="{ABA2BD95-1153-4886-B3B3-9CA2437F5EAB}"/>
          </ac:picMkLst>
        </pc:picChg>
      </pc:sldChg>
      <pc:sldChg chg="modSp mod">
        <pc:chgData name="Xuebo Liu" userId="03ca8e3e-ef5d-4c2c-a759-93b02397f0c8" providerId="ADAL" clId="{5469A19A-8731-5071-ACFB-69940F350C15}" dt="2026-04-22T03:32:07.440" v="60"/>
        <pc:sldMkLst>
          <pc:docMk/>
          <pc:sldMk cId="312278850" sldId="1323"/>
        </pc:sldMkLst>
        <pc:spChg chg="mod">
          <ac:chgData name="Xuebo Liu" userId="03ca8e3e-ef5d-4c2c-a759-93b02397f0c8" providerId="ADAL" clId="{5469A19A-8731-5071-ACFB-69940F350C15}" dt="2026-04-22T03:32:07.433" v="54" actId="20577"/>
          <ac:spMkLst>
            <pc:docMk/>
            <pc:sldMk cId="312278850" sldId="1323"/>
            <ac:spMk id="9" creationId="{738A5A79-8CB6-4E3B-8FE5-2BB88371F034}"/>
          </ac:spMkLst>
        </pc:spChg>
        <pc:spChg chg="mod">
          <ac:chgData name="Xuebo Liu" userId="03ca8e3e-ef5d-4c2c-a759-93b02397f0c8" providerId="ADAL" clId="{5469A19A-8731-5071-ACFB-69940F350C15}" dt="2026-04-22T03:32:07.436" v="55" actId="20577"/>
          <ac:spMkLst>
            <pc:docMk/>
            <pc:sldMk cId="312278850" sldId="1323"/>
            <ac:spMk id="10" creationId="{C597959C-D47E-4F57-8A5A-FAB9D5ED4750}"/>
          </ac:spMkLst>
        </pc:spChg>
        <pc:spChg chg="mod">
          <ac:chgData name="Xuebo Liu" userId="03ca8e3e-ef5d-4c2c-a759-93b02397f0c8" providerId="ADAL" clId="{5469A19A-8731-5071-ACFB-69940F350C15}" dt="2026-04-22T03:32:07.437" v="56" actId="20577"/>
          <ac:spMkLst>
            <pc:docMk/>
            <pc:sldMk cId="312278850" sldId="1323"/>
            <ac:spMk id="11" creationId="{264B5334-D1C9-4DD0-9E96-522809F8AD07}"/>
          </ac:spMkLst>
        </pc:spChg>
        <pc:spChg chg="mod">
          <ac:chgData name="Xuebo Liu" userId="03ca8e3e-ef5d-4c2c-a759-93b02397f0c8" providerId="ADAL" clId="{5469A19A-8731-5071-ACFB-69940F350C15}" dt="2026-04-22T03:32:07.437" v="57" actId="20577"/>
          <ac:spMkLst>
            <pc:docMk/>
            <pc:sldMk cId="312278850" sldId="1323"/>
            <ac:spMk id="12" creationId="{B8F649AE-BB09-4CC9-BE3E-E27F11969D32}"/>
          </ac:spMkLst>
        </pc:spChg>
        <pc:spChg chg="mod">
          <ac:chgData name="Xuebo Liu" userId="03ca8e3e-ef5d-4c2c-a759-93b02397f0c8" providerId="ADAL" clId="{5469A19A-8731-5071-ACFB-69940F350C15}" dt="2026-04-22T03:32:07.439" v="59"/>
          <ac:spMkLst>
            <pc:docMk/>
            <pc:sldMk cId="312278850" sldId="1323"/>
            <ac:spMk id="14" creationId="{A5B6D2A9-639C-4255-9500-CA2C2E744EC1}"/>
          </ac:spMkLst>
        </pc:spChg>
        <pc:spChg chg="mod">
          <ac:chgData name="Xuebo Liu" userId="03ca8e3e-ef5d-4c2c-a759-93b02397f0c8" providerId="ADAL" clId="{5469A19A-8731-5071-ACFB-69940F350C15}" dt="2026-04-22T03:32:07.438" v="58" actId="20577"/>
          <ac:spMkLst>
            <pc:docMk/>
            <pc:sldMk cId="312278850" sldId="1323"/>
            <ac:spMk id="24" creationId="{6B199A19-7512-4439-A71F-9287C60EF80F}"/>
          </ac:spMkLst>
        </pc:spChg>
        <pc:picChg chg="mod">
          <ac:chgData name="Xuebo Liu" userId="03ca8e3e-ef5d-4c2c-a759-93b02397f0c8" providerId="ADAL" clId="{5469A19A-8731-5071-ACFB-69940F350C15}" dt="2026-04-22T03:32:07.440" v="60"/>
          <ac:picMkLst>
            <pc:docMk/>
            <pc:sldMk cId="312278850" sldId="1323"/>
            <ac:picMk id="3" creationId="{DFE355BA-3000-4AFF-A5DA-229D914E6F1F}"/>
          </ac:picMkLst>
        </pc:picChg>
      </pc:sldChg>
      <pc:sldChg chg="modSp mod">
        <pc:chgData name="Xuebo Liu" userId="03ca8e3e-ef5d-4c2c-a759-93b02397f0c8" providerId="ADAL" clId="{5469A19A-8731-5071-ACFB-69940F350C15}" dt="2026-04-22T03:31:57.869" v="53"/>
        <pc:sldMkLst>
          <pc:docMk/>
          <pc:sldMk cId="53659770" sldId="1324"/>
        </pc:sldMkLst>
        <pc:spChg chg="mod">
          <ac:chgData name="Xuebo Liu" userId="03ca8e3e-ef5d-4c2c-a759-93b02397f0c8" providerId="ADAL" clId="{5469A19A-8731-5071-ACFB-69940F350C15}" dt="2026-04-22T03:31:57.866" v="48" actId="20577"/>
          <ac:spMkLst>
            <pc:docMk/>
            <pc:sldMk cId="53659770" sldId="1324"/>
            <ac:spMk id="9" creationId="{C209C589-1705-49A7-9388-CE98BA07CB7D}"/>
          </ac:spMkLst>
        </pc:spChg>
        <pc:spChg chg="mod">
          <ac:chgData name="Xuebo Liu" userId="03ca8e3e-ef5d-4c2c-a759-93b02397f0c8" providerId="ADAL" clId="{5469A19A-8731-5071-ACFB-69940F350C15}" dt="2026-04-22T03:31:57.867" v="49" actId="20577"/>
          <ac:spMkLst>
            <pc:docMk/>
            <pc:sldMk cId="53659770" sldId="1324"/>
            <ac:spMk id="10" creationId="{50D3CA9C-9927-4512-9250-6F5C1762F3F0}"/>
          </ac:spMkLst>
        </pc:spChg>
        <pc:spChg chg="mod">
          <ac:chgData name="Xuebo Liu" userId="03ca8e3e-ef5d-4c2c-a759-93b02397f0c8" providerId="ADAL" clId="{5469A19A-8731-5071-ACFB-69940F350C15}" dt="2026-04-22T03:31:57.867" v="50" actId="20577"/>
          <ac:spMkLst>
            <pc:docMk/>
            <pc:sldMk cId="53659770" sldId="1324"/>
            <ac:spMk id="11" creationId="{6C2ADAAA-9ADD-4960-9695-F4C89E6C90E0}"/>
          </ac:spMkLst>
        </pc:spChg>
        <pc:spChg chg="mod">
          <ac:chgData name="Xuebo Liu" userId="03ca8e3e-ef5d-4c2c-a759-93b02397f0c8" providerId="ADAL" clId="{5469A19A-8731-5071-ACFB-69940F350C15}" dt="2026-04-22T03:31:57.868" v="51" actId="20577"/>
          <ac:spMkLst>
            <pc:docMk/>
            <pc:sldMk cId="53659770" sldId="1324"/>
            <ac:spMk id="12" creationId="{8C586D13-AF65-4831-B077-78FC8559BF55}"/>
          </ac:spMkLst>
        </pc:spChg>
        <pc:spChg chg="mod">
          <ac:chgData name="Xuebo Liu" userId="03ca8e3e-ef5d-4c2c-a759-93b02397f0c8" providerId="ADAL" clId="{5469A19A-8731-5071-ACFB-69940F350C15}" dt="2026-04-22T03:31:57.869" v="52"/>
          <ac:spMkLst>
            <pc:docMk/>
            <pc:sldMk cId="53659770" sldId="1324"/>
            <ac:spMk id="14" creationId="{F687A84A-3B53-4F59-86BF-7A2188CEE0BD}"/>
          </ac:spMkLst>
        </pc:spChg>
        <pc:picChg chg="mod">
          <ac:chgData name="Xuebo Liu" userId="03ca8e3e-ef5d-4c2c-a759-93b02397f0c8" providerId="ADAL" clId="{5469A19A-8731-5071-ACFB-69940F350C15}" dt="2026-04-22T03:31:57.869" v="53"/>
          <ac:picMkLst>
            <pc:docMk/>
            <pc:sldMk cId="53659770" sldId="1324"/>
            <ac:picMk id="3" creationId="{ABA2BD95-1153-4886-B3B3-9CA2437F5EAB}"/>
          </ac:picMkLst>
        </pc:picChg>
      </pc:sldChg>
      <pc:sldChg chg="modSp mod">
        <pc:chgData name="Xuebo Liu" userId="03ca8e3e-ef5d-4c2c-a759-93b02397f0c8" providerId="ADAL" clId="{5469A19A-8731-5071-ACFB-69940F350C15}" dt="2026-04-22T03:32:08.027" v="68"/>
        <pc:sldMkLst>
          <pc:docMk/>
          <pc:sldMk cId="2536066607" sldId="1325"/>
        </pc:sldMkLst>
        <pc:spChg chg="mod">
          <ac:chgData name="Xuebo Liu" userId="03ca8e3e-ef5d-4c2c-a759-93b02397f0c8" providerId="ADAL" clId="{5469A19A-8731-5071-ACFB-69940F350C15}" dt="2026-04-22T03:32:08.023" v="61" actId="20577"/>
          <ac:spMkLst>
            <pc:docMk/>
            <pc:sldMk cId="2536066607" sldId="1325"/>
            <ac:spMk id="9" creationId="{738A5A79-8CB6-4E3B-8FE5-2BB88371F034}"/>
          </ac:spMkLst>
        </pc:spChg>
        <pc:spChg chg="mod">
          <ac:chgData name="Xuebo Liu" userId="03ca8e3e-ef5d-4c2c-a759-93b02397f0c8" providerId="ADAL" clId="{5469A19A-8731-5071-ACFB-69940F350C15}" dt="2026-04-22T03:32:08.024" v="62" actId="20577"/>
          <ac:spMkLst>
            <pc:docMk/>
            <pc:sldMk cId="2536066607" sldId="1325"/>
            <ac:spMk id="10" creationId="{C597959C-D47E-4F57-8A5A-FAB9D5ED4750}"/>
          </ac:spMkLst>
        </pc:spChg>
        <pc:spChg chg="mod">
          <ac:chgData name="Xuebo Liu" userId="03ca8e3e-ef5d-4c2c-a759-93b02397f0c8" providerId="ADAL" clId="{5469A19A-8731-5071-ACFB-69940F350C15}" dt="2026-04-22T03:32:08.025" v="63" actId="20577"/>
          <ac:spMkLst>
            <pc:docMk/>
            <pc:sldMk cId="2536066607" sldId="1325"/>
            <ac:spMk id="11" creationId="{264B5334-D1C9-4DD0-9E96-522809F8AD07}"/>
          </ac:spMkLst>
        </pc:spChg>
        <pc:spChg chg="mod">
          <ac:chgData name="Xuebo Liu" userId="03ca8e3e-ef5d-4c2c-a759-93b02397f0c8" providerId="ADAL" clId="{5469A19A-8731-5071-ACFB-69940F350C15}" dt="2026-04-22T03:32:08.025" v="64" actId="20577"/>
          <ac:spMkLst>
            <pc:docMk/>
            <pc:sldMk cId="2536066607" sldId="1325"/>
            <ac:spMk id="12" creationId="{B8F649AE-BB09-4CC9-BE3E-E27F11969D32}"/>
          </ac:spMkLst>
        </pc:spChg>
        <pc:spChg chg="mod">
          <ac:chgData name="Xuebo Liu" userId="03ca8e3e-ef5d-4c2c-a759-93b02397f0c8" providerId="ADAL" clId="{5469A19A-8731-5071-ACFB-69940F350C15}" dt="2026-04-22T03:32:08.027" v="67"/>
          <ac:spMkLst>
            <pc:docMk/>
            <pc:sldMk cId="2536066607" sldId="1325"/>
            <ac:spMk id="14" creationId="{A5B6D2A9-639C-4255-9500-CA2C2E744EC1}"/>
          </ac:spMkLst>
        </pc:spChg>
        <pc:spChg chg="mod">
          <ac:chgData name="Xuebo Liu" userId="03ca8e3e-ef5d-4c2c-a759-93b02397f0c8" providerId="ADAL" clId="{5469A19A-8731-5071-ACFB-69940F350C15}" dt="2026-04-22T03:32:08.026" v="66" actId="20577"/>
          <ac:spMkLst>
            <pc:docMk/>
            <pc:sldMk cId="2536066607" sldId="1325"/>
            <ac:spMk id="17" creationId="{56A938CB-FDA3-4BF4-8287-B15A4AFCABEB}"/>
          </ac:spMkLst>
        </pc:spChg>
        <pc:spChg chg="mod">
          <ac:chgData name="Xuebo Liu" userId="03ca8e3e-ef5d-4c2c-a759-93b02397f0c8" providerId="ADAL" clId="{5469A19A-8731-5071-ACFB-69940F350C15}" dt="2026-04-22T03:32:08.026" v="65" actId="20577"/>
          <ac:spMkLst>
            <pc:docMk/>
            <pc:sldMk cId="2536066607" sldId="1325"/>
            <ac:spMk id="24" creationId="{6B199A19-7512-4439-A71F-9287C60EF80F}"/>
          </ac:spMkLst>
        </pc:spChg>
        <pc:picChg chg="mod">
          <ac:chgData name="Xuebo Liu" userId="03ca8e3e-ef5d-4c2c-a759-93b02397f0c8" providerId="ADAL" clId="{5469A19A-8731-5071-ACFB-69940F350C15}" dt="2026-04-22T03:32:08.027" v="68"/>
          <ac:picMkLst>
            <pc:docMk/>
            <pc:sldMk cId="2536066607" sldId="1325"/>
            <ac:picMk id="3" creationId="{DFE355BA-3000-4AFF-A5DA-229D914E6F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3DEA-197C-4542-87C0-981212C4EFB2}" type="datetimeFigureOut">
              <a:rPr lang="en-AU" smtClean="0"/>
              <a:t>22/4/2026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A903-3A42-486D-A3BC-854A05CABB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339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DE74E9-8208-4A7D-94F2-77A7FFEF3C9C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这是第一讲出现过的一个例子。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778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55CFBD-7EBE-4A5B-B9A1-E730B98EC040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基本图灵机的图示。要点：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）与前面见到过的状态机模型一样，图灵机同样有一个有穷状态控制机制；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）有比</a:t>
            </a:r>
            <a:r>
              <a:rPr lang="en-US" altLang="zh-CN" dirty="0"/>
              <a:t>PDA</a:t>
            </a:r>
            <a:r>
              <a:rPr lang="zh-CN" altLang="en-US" dirty="0"/>
              <a:t>的下推栈更强记忆（存储）能力的机制：可双向无限延伸的“带”，相当于一个无限大的随机存储器（</a:t>
            </a:r>
            <a:r>
              <a:rPr lang="en-US" altLang="zh-CN" dirty="0"/>
              <a:t>RAM</a:t>
            </a:r>
            <a:r>
              <a:rPr lang="zh-CN" altLang="en-US" dirty="0"/>
              <a:t>）；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）带上的“单元格”，相当于存储单元；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）单元格内可以出现的符号称为“带符”；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）“空白带符”是特殊的带符，通常用</a:t>
            </a:r>
            <a:r>
              <a:rPr lang="en-US" altLang="zh-CN" dirty="0"/>
              <a:t>B</a:t>
            </a:r>
            <a:r>
              <a:rPr lang="zh-CN" altLang="en-US" dirty="0"/>
              <a:t>表示。总存在一个单元格，其左边所有的单元格内是全部空白符号；同样，总存在一个单元格，其右边所有的单元格内全部是空白符号；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）“带头”指向当前正在扫描的单元格。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8945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07BFE4-673D-4208-B8EA-5F6C12BB69CE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接受语言 </a:t>
            </a:r>
            <a:r>
              <a:rPr lang="en-US" altLang="zh-CN"/>
              <a:t>L={0^n1^n2^n|n&gt;=1}</a:t>
            </a:r>
            <a:r>
              <a:rPr lang="zh-CN" altLang="en-US"/>
              <a:t>的一个基本图灵机。</a:t>
            </a:r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）点击鼠标左健，注意演示过程每一步中，图灵机状态、带上符号以及带头位置的变化情况。</a:t>
            </a:r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）初始时，带上符号除</a:t>
            </a:r>
            <a:r>
              <a:rPr lang="en-US" altLang="zh-CN"/>
              <a:t>B</a:t>
            </a:r>
            <a:r>
              <a:rPr lang="zh-CN" altLang="en-US"/>
              <a:t>外，连续的单元格上包含了串“</a:t>
            </a:r>
            <a:r>
              <a:rPr lang="en-US" altLang="zh-CN"/>
              <a:t>001122”</a:t>
            </a:r>
            <a:r>
              <a:rPr lang="zh-CN" altLang="en-US"/>
              <a:t>，初态为</a:t>
            </a:r>
            <a:r>
              <a:rPr lang="en-US" altLang="zh-CN"/>
              <a:t>q0</a:t>
            </a:r>
            <a:r>
              <a:rPr lang="zh-CN" altLang="en-US"/>
              <a:t>，带头指向“</a:t>
            </a:r>
            <a:r>
              <a:rPr lang="en-US" altLang="zh-CN"/>
              <a:t>001122”</a:t>
            </a:r>
            <a:r>
              <a:rPr lang="zh-CN" altLang="en-US"/>
              <a:t>最左边的符号；</a:t>
            </a:r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）图灵机的下一步动作包括：</a:t>
            </a:r>
            <a:r>
              <a:rPr lang="en-US" altLang="zh-CN"/>
              <a:t>a)</a:t>
            </a:r>
            <a:r>
              <a:rPr lang="zh-CN" altLang="en-US"/>
              <a:t>转移到下一个状态，由转移弧指出；</a:t>
            </a:r>
            <a:r>
              <a:rPr lang="en-US" altLang="zh-CN"/>
              <a:t>b)</a:t>
            </a:r>
            <a:r>
              <a:rPr lang="zh-CN" altLang="en-US"/>
              <a:t>带头所指的单元格内容被新的带符取代，由弧上所标记的转移规则给出；</a:t>
            </a:r>
            <a:r>
              <a:rPr lang="en-US" altLang="zh-CN"/>
              <a:t>c)</a:t>
            </a:r>
            <a:r>
              <a:rPr lang="zh-CN" altLang="en-US"/>
              <a:t>带头左移或右移一个，可由转移规则所标的箭头指出。</a:t>
            </a:r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）图灵机可到达终态</a:t>
            </a:r>
            <a:r>
              <a:rPr lang="en-US" altLang="zh-CN"/>
              <a:t>q6</a:t>
            </a:r>
            <a:r>
              <a:rPr lang="zh-CN" altLang="en-US"/>
              <a:t>，说明该图灵机可以接受字符串“</a:t>
            </a:r>
            <a:r>
              <a:rPr lang="en-US" altLang="zh-CN"/>
              <a:t>001122”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7421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826E21-03C0-4EE4-B319-F894662288EB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用七元组形式定义图灵机。</a:t>
            </a:r>
          </a:p>
          <a:p>
            <a:endParaRPr lang="zh-CN" altLang="en-US"/>
          </a:p>
          <a:p>
            <a:r>
              <a:rPr lang="zh-CN" altLang="en-US"/>
              <a:t>注意：</a:t>
            </a: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）输入符号集（字母表）是带符号集的子集（试比较，</a:t>
            </a:r>
            <a:r>
              <a:rPr lang="en-US" altLang="zh-CN"/>
              <a:t>PDA</a:t>
            </a:r>
            <a:r>
              <a:rPr lang="zh-CN" altLang="en-US"/>
              <a:t>的字母表和堆栈符号集之间，没有这样的要求）。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）从转移函数可以看出，现在定义的图灵机是“确定的”。</a:t>
            </a:r>
          </a:p>
        </p:txBody>
      </p:sp>
    </p:spTree>
    <p:extLst>
      <p:ext uri="{BB962C8B-B14F-4D97-AF65-F5344CB8AC3E}">
        <p14:creationId xmlns:p14="http://schemas.microsoft.com/office/powerpoint/2010/main" val="1593547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40ED3-0FA6-4BC6-BF0D-65A21AFDD3AA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瞬时描述用</a:t>
            </a:r>
            <a:r>
              <a:rPr lang="en-US" altLang="zh-CN" dirty="0"/>
              <a:t>ID</a:t>
            </a:r>
            <a:r>
              <a:rPr lang="zh-CN" altLang="en-US" dirty="0"/>
              <a:t>表示。</a:t>
            </a:r>
          </a:p>
          <a:p>
            <a:endParaRPr lang="zh-CN" altLang="en-US" dirty="0"/>
          </a:p>
          <a:p>
            <a:r>
              <a:rPr lang="zh-CN" altLang="en-US" dirty="0"/>
              <a:t>为定义图灵机的语言做准备。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7906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C94B37-0464-40FE-A1F4-7031A1B2DBE8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 </a:t>
            </a:r>
            <a:r>
              <a:rPr lang="en-US" altLang="zh-CN" dirty="0"/>
              <a:t>ID </a:t>
            </a:r>
            <a:r>
              <a:rPr lang="zh-CN" altLang="en-US" dirty="0"/>
              <a:t>之间的一步转移关系。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9598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423158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529656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129803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472780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972832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007972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998487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163814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10880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682989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084816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055746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884406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592416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985129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932535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1639476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2643709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1162616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931502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351800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3197495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2243245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4612936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633553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1269564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1105205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0493812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5173159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442974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8747390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891277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8478832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352598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5118374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1883028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704670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2914482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8760458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3486249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0155394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9034981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90578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8324093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1968472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57684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9302312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941556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812481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599735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5978227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6274321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2845147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215232568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4460414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305410558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BF3B8A-0B7C-428D-8483-BED3A7292AC4}" type="slidenum"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ID</a:t>
            </a:r>
            <a:r>
              <a:rPr lang="zh-CN" altLang="en-US" dirty="0"/>
              <a:t>之间的转移关系举例。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点击鼠标左键，演示</a:t>
            </a:r>
            <a:r>
              <a:rPr lang="en-US" altLang="zh-CN" dirty="0"/>
              <a:t>ID</a:t>
            </a:r>
            <a:r>
              <a:rPr lang="zh-CN" altLang="en-US" dirty="0"/>
              <a:t>之间的转移过程：有一步转移，</a:t>
            </a:r>
          </a:p>
          <a:p>
            <a:r>
              <a:rPr lang="zh-CN" altLang="en-US" dirty="0"/>
              <a:t>也有多步转移。</a:t>
            </a:r>
          </a:p>
        </p:txBody>
      </p:sp>
    </p:spTree>
    <p:extLst>
      <p:ext uri="{BB962C8B-B14F-4D97-AF65-F5344CB8AC3E}">
        <p14:creationId xmlns:p14="http://schemas.microsoft.com/office/powerpoint/2010/main" val="162521588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70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894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2000" y="127733"/>
            <a:ext cx="9743263" cy="698744"/>
          </a:xfrm>
        </p:spPr>
        <p:txBody>
          <a:bodyPr/>
          <a:lstStyle>
            <a:lvl1pPr algn="l">
              <a:defRPr sz="3600" b="0">
                <a:solidFill>
                  <a:srgbClr val="800080"/>
                </a:solidFill>
                <a:latin typeface="Times New Roman" panose="02020603050405020304" pitchFamily="18" charset="0"/>
                <a:ea typeface="STXingkai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938" y="1368068"/>
            <a:ext cx="9550400" cy="4525963"/>
          </a:xfrm>
        </p:spPr>
        <p:txBody>
          <a:bodyPr/>
          <a:lstStyle>
            <a:lvl1pPr>
              <a:defRPr sz="2800" b="1">
                <a:latin typeface="KaiTi_GB2312" panose="02010609030101010101" pitchFamily="49" charset="-122"/>
                <a:ea typeface="KaiTi_GB2312" panose="02010609030101010101" pitchFamily="49" charset="-122"/>
              </a:defRPr>
            </a:lvl1pPr>
            <a:lvl2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2pPr>
            <a:lvl3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3pPr>
            <a:lvl4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4pPr>
            <a:lvl5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2000" y="149956"/>
            <a:ext cx="7406613" cy="692696"/>
          </a:xfrm>
        </p:spPr>
        <p:txBody>
          <a:bodyPr>
            <a:noAutofit/>
          </a:bodyPr>
          <a:lstStyle>
            <a:lvl1pPr algn="l">
              <a:defRPr sz="360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STXingkai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702554A5-A581-4AB9-AEA0-FA3C5F0DF619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9891A0AF-8D07-42A7-B1EB-C2BD93C0D5E5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ChangeArrowheads="1"/>
          </p:cNvSpPr>
          <p:nvPr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b="0" i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147" name="AutoShape 1027"/>
          <p:cNvSpPr>
            <a:spLocks noChangeArrowheads="1"/>
          </p:cNvSpPr>
          <p:nvPr/>
        </p:nvSpPr>
        <p:spPr bwMode="auto">
          <a:xfrm>
            <a:off x="914400" y="990600"/>
            <a:ext cx="69088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b="0" i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148" name="Rectangle 102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31467" y="2927350"/>
            <a:ext cx="4876800" cy="1822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6149" name="Group 1029"/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6150" name="AutoShape 1030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151" name="AutoShape 1031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6152" name="Rectangle 103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556000" y="6553200"/>
            <a:ext cx="2540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b="0" i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6153" name="Rectangle 10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b="0" i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6154" name="Rectangle 10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701" y="6359525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 i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6C4A03AC-C537-4A86-AFC1-CAEB2CFF176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155" name="Rectangle 103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812800" y="1371601"/>
            <a:ext cx="10363200" cy="6318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6" name="Line 1036"/>
          <p:cNvSpPr>
            <a:spLocks noChangeShapeType="1"/>
          </p:cNvSpPr>
          <p:nvPr userDrawn="1"/>
        </p:nvSpPr>
        <p:spPr bwMode="auto">
          <a:xfrm>
            <a:off x="914400" y="1219200"/>
            <a:ext cx="10202333" cy="0"/>
          </a:xfrm>
          <a:prstGeom prst="line">
            <a:avLst/>
          </a:prstGeom>
          <a:noFill/>
          <a:ln w="47625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8" name="Text Box 1038"/>
          <p:cNvSpPr txBox="1">
            <a:spLocks noChangeArrowheads="1"/>
          </p:cNvSpPr>
          <p:nvPr userDrawn="1"/>
        </p:nvSpPr>
        <p:spPr bwMode="auto">
          <a:xfrm>
            <a:off x="1219201" y="395288"/>
            <a:ext cx="80391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i="0">
                <a:latin typeface="Arial" pitchFamily="34" charset="0"/>
                <a:ea typeface="宋体" pitchFamily="2" charset="-122"/>
                <a:cs typeface="Times New Roman" pitchFamily="18" charset="0"/>
              </a:rPr>
              <a:t>Formal Languages and Automata</a:t>
            </a:r>
          </a:p>
        </p:txBody>
      </p:sp>
    </p:spTree>
    <p:extLst>
      <p:ext uri="{BB962C8B-B14F-4D97-AF65-F5344CB8AC3E}">
        <p14:creationId xmlns:p14="http://schemas.microsoft.com/office/powerpoint/2010/main" val="1411616604"/>
      </p:ext>
    </p:extLst>
  </p:cSld>
  <p:clrMapOvr>
    <a:masterClrMapping/>
  </p:clrMapOvr>
  <p:transition spd="med" advClick="0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12377512"/>
      </p:ext>
    </p:extLst>
  </p:cSld>
  <p:clrMapOvr>
    <a:masterClrMapping/>
  </p:clrMapOvr>
  <p:transition spd="med" advClick="0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88906758"/>
      </p:ext>
    </p:extLst>
  </p:cSld>
  <p:clrMapOvr>
    <a:masterClrMapping/>
  </p:clrMapOvr>
  <p:transition spd="med" advClick="0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35604521"/>
      </p:ext>
    </p:extLst>
  </p:cSld>
  <p:clrMapOvr>
    <a:masterClrMapping/>
  </p:clrMapOvr>
  <p:transition spd="med" advClick="0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2199521"/>
      </p:ext>
    </p:extLst>
  </p:cSld>
  <p:clrMapOvr>
    <a:masterClrMapping/>
  </p:clrMapOvr>
  <p:transition spd="med" advClick="0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2041964"/>
      </p:ext>
    </p:extLst>
  </p:cSld>
  <p:clrMapOvr>
    <a:masterClrMapping/>
  </p:clrMapOvr>
  <p:transition spd="med" advClick="0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259870"/>
      </p:ext>
    </p:extLst>
  </p:cSld>
  <p:clrMapOvr>
    <a:masterClrMapping/>
  </p:clrMapOvr>
  <p:transition spd="med" advClick="0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17108748"/>
      </p:ext>
    </p:extLst>
  </p:cSld>
  <p:clrMapOvr>
    <a:masterClrMapping/>
  </p:clrMapOvr>
  <p:transition spd="med" advClick="0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84843842"/>
      </p:ext>
    </p:extLst>
  </p:cSld>
  <p:clrMapOvr>
    <a:masterClrMapping/>
  </p:clrMapOvr>
  <p:transition spd="med" advClick="0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01422403"/>
      </p:ext>
    </p:extLst>
  </p:cSld>
  <p:clrMapOvr>
    <a:masterClrMapping/>
  </p:clrMapOvr>
  <p:transition spd="med" advClick="0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2877164"/>
      </p:ext>
    </p:extLst>
  </p:cSld>
  <p:clrMapOvr>
    <a:masterClrMapping/>
  </p:clrMapOvr>
  <p:transition spd="med" advClick="0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2026/4/22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1041">
            <a:extLst>
              <a:ext uri="{FF2B5EF4-FFF2-40B4-BE49-F238E27FC236}">
                <a16:creationId xmlns:a16="http://schemas.microsoft.com/office/drawing/2014/main" id="{2A2C2C5C-3A16-8849-8AE9-037062D9C7D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48684" y="0"/>
            <a:ext cx="1968501" cy="6884988"/>
            <a:chOff x="0" y="0"/>
            <a:chExt cx="2016" cy="4320"/>
          </a:xfrm>
        </p:grpSpPr>
        <p:sp>
          <p:nvSpPr>
            <p:cNvPr id="8" name="Rectangle 1042">
              <a:extLst>
                <a:ext uri="{FF2B5EF4-FFF2-40B4-BE49-F238E27FC236}">
                  <a16:creationId xmlns:a16="http://schemas.microsoft.com/office/drawing/2014/main" id="{FAA07B8C-8FAD-6940-8919-DC2BC16E5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Rectangle 1043">
              <a:extLst>
                <a:ext uri="{FF2B5EF4-FFF2-40B4-BE49-F238E27FC236}">
                  <a16:creationId xmlns:a16="http://schemas.microsoft.com/office/drawing/2014/main" id="{A66CB090-46DF-774C-8B79-852DCF121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10" name="Line 1044">
            <a:extLst>
              <a:ext uri="{FF2B5EF4-FFF2-40B4-BE49-F238E27FC236}">
                <a16:creationId xmlns:a16="http://schemas.microsoft.com/office/drawing/2014/main" id="{AE793FDB-0880-954D-B6F6-356BCF66CDE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970618" y="1008064"/>
            <a:ext cx="10020300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2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7" name="Group 1041"/>
          <p:cNvGrpSpPr>
            <a:grpSpLocks/>
          </p:cNvGrpSpPr>
          <p:nvPr userDrawn="1"/>
        </p:nvGrpSpPr>
        <p:grpSpPr bwMode="auto">
          <a:xfrm>
            <a:off x="1" y="0"/>
            <a:ext cx="1968500" cy="6884988"/>
            <a:chOff x="0" y="0"/>
            <a:chExt cx="2016" cy="4320"/>
          </a:xfrm>
        </p:grpSpPr>
        <p:sp>
          <p:nvSpPr>
            <p:cNvPr id="5138" name="Rectangle 1042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139" name="Rectangle 1043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5140" name="Line 1044"/>
          <p:cNvSpPr>
            <a:spLocks noChangeShapeType="1"/>
          </p:cNvSpPr>
          <p:nvPr userDrawn="1"/>
        </p:nvSpPr>
        <p:spPr bwMode="auto">
          <a:xfrm>
            <a:off x="2019301" y="1008064"/>
            <a:ext cx="10020300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43" name="AutoShape 1047"/>
          <p:cNvSpPr>
            <a:spLocks noChangeArrowheads="1"/>
          </p:cNvSpPr>
          <p:nvPr userDrawn="1"/>
        </p:nvSpPr>
        <p:spPr bwMode="auto">
          <a:xfrm>
            <a:off x="1538818" y="215900"/>
            <a:ext cx="4415367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b="0" i="0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962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 spd="med" advClick="0">
    <p:wipe dir="r"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7.xml"/><Relationship Id="rId3" Type="http://schemas.openxmlformats.org/officeDocument/2006/relationships/tags" Target="../tags/tag3.xml"/><Relationship Id="rId21" Type="http://schemas.openxmlformats.org/officeDocument/2006/relationships/image" Target="../media/image6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4.w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oleObject" Target="../embeddings/oleObject6.bin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7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7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7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7.em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em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emf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7.emf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7.emf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7.emf"/><Relationship Id="rId7" Type="http://schemas.openxmlformats.org/officeDocument/2006/relationships/image" Target="../media/image27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41.emf"/><Relationship Id="rId18" Type="http://schemas.openxmlformats.org/officeDocument/2006/relationships/image" Target="../media/image46.emf"/><Relationship Id="rId3" Type="http://schemas.openxmlformats.org/officeDocument/2006/relationships/image" Target="../media/image7.emf"/><Relationship Id="rId7" Type="http://schemas.openxmlformats.org/officeDocument/2006/relationships/image" Target="../media/image35.emf"/><Relationship Id="rId12" Type="http://schemas.openxmlformats.org/officeDocument/2006/relationships/image" Target="../media/image40.emf"/><Relationship Id="rId17" Type="http://schemas.openxmlformats.org/officeDocument/2006/relationships/image" Target="../media/image45.emf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44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emf"/><Relationship Id="rId11" Type="http://schemas.openxmlformats.org/officeDocument/2006/relationships/image" Target="../media/image39.emf"/><Relationship Id="rId5" Type="http://schemas.openxmlformats.org/officeDocument/2006/relationships/image" Target="../media/image33.emf"/><Relationship Id="rId15" Type="http://schemas.openxmlformats.org/officeDocument/2006/relationships/image" Target="../media/image43.emf"/><Relationship Id="rId10" Type="http://schemas.openxmlformats.org/officeDocument/2006/relationships/image" Target="../media/image38.emf"/><Relationship Id="rId4" Type="http://schemas.openxmlformats.org/officeDocument/2006/relationships/image" Target="../media/image32.emf"/><Relationship Id="rId9" Type="http://schemas.openxmlformats.org/officeDocument/2006/relationships/image" Target="../media/image37.emf"/><Relationship Id="rId14" Type="http://schemas.openxmlformats.org/officeDocument/2006/relationships/image" Target="../media/image42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41.emf"/><Relationship Id="rId18" Type="http://schemas.openxmlformats.org/officeDocument/2006/relationships/image" Target="../media/image46.emf"/><Relationship Id="rId3" Type="http://schemas.openxmlformats.org/officeDocument/2006/relationships/image" Target="../media/image47.emf"/><Relationship Id="rId7" Type="http://schemas.openxmlformats.org/officeDocument/2006/relationships/image" Target="../media/image35.emf"/><Relationship Id="rId12" Type="http://schemas.openxmlformats.org/officeDocument/2006/relationships/image" Target="../media/image40.emf"/><Relationship Id="rId17" Type="http://schemas.openxmlformats.org/officeDocument/2006/relationships/image" Target="../media/image45.emf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44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emf"/><Relationship Id="rId11" Type="http://schemas.openxmlformats.org/officeDocument/2006/relationships/image" Target="../media/image39.emf"/><Relationship Id="rId5" Type="http://schemas.openxmlformats.org/officeDocument/2006/relationships/image" Target="../media/image33.emf"/><Relationship Id="rId15" Type="http://schemas.openxmlformats.org/officeDocument/2006/relationships/image" Target="../media/image43.emf"/><Relationship Id="rId10" Type="http://schemas.openxmlformats.org/officeDocument/2006/relationships/image" Target="../media/image38.emf"/><Relationship Id="rId4" Type="http://schemas.openxmlformats.org/officeDocument/2006/relationships/image" Target="../media/image32.emf"/><Relationship Id="rId9" Type="http://schemas.openxmlformats.org/officeDocument/2006/relationships/image" Target="../media/image37.emf"/><Relationship Id="rId14" Type="http://schemas.openxmlformats.org/officeDocument/2006/relationships/image" Target="../media/image4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9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6.tmp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48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51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51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51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image" Target="../media/image51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image" Target="../media/image57.emf"/><Relationship Id="rId18" Type="http://schemas.openxmlformats.org/officeDocument/2006/relationships/image" Target="../media/image62.emf"/><Relationship Id="rId3" Type="http://schemas.openxmlformats.org/officeDocument/2006/relationships/image" Target="../media/image51.emf"/><Relationship Id="rId7" Type="http://schemas.openxmlformats.org/officeDocument/2006/relationships/image" Target="../media/image34.emf"/><Relationship Id="rId12" Type="http://schemas.openxmlformats.org/officeDocument/2006/relationships/image" Target="../media/image56.emf"/><Relationship Id="rId17" Type="http://schemas.openxmlformats.org/officeDocument/2006/relationships/image" Target="../media/image61.emf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60.emf"/><Relationship Id="rId20" Type="http://schemas.openxmlformats.org/officeDocument/2006/relationships/image" Target="../media/image64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emf"/><Relationship Id="rId11" Type="http://schemas.openxmlformats.org/officeDocument/2006/relationships/image" Target="../media/image55.emf"/><Relationship Id="rId5" Type="http://schemas.openxmlformats.org/officeDocument/2006/relationships/image" Target="../media/image32.emf"/><Relationship Id="rId15" Type="http://schemas.openxmlformats.org/officeDocument/2006/relationships/image" Target="../media/image59.emf"/><Relationship Id="rId10" Type="http://schemas.openxmlformats.org/officeDocument/2006/relationships/image" Target="../media/image54.emf"/><Relationship Id="rId19" Type="http://schemas.openxmlformats.org/officeDocument/2006/relationships/image" Target="../media/image63.emf"/><Relationship Id="rId4" Type="http://schemas.openxmlformats.org/officeDocument/2006/relationships/image" Target="../media/image36.emf"/><Relationship Id="rId9" Type="http://schemas.openxmlformats.org/officeDocument/2006/relationships/image" Target="../media/image53.emf"/><Relationship Id="rId14" Type="http://schemas.openxmlformats.org/officeDocument/2006/relationships/image" Target="../media/image58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image" Target="../media/image65.png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slideLayout" Target="../slideLayouts/slideLayout17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image" Target="../media/image6.tmp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tags" Target="../tags/tag56.xml"/><Relationship Id="rId21" Type="http://schemas.openxmlformats.org/officeDocument/2006/relationships/tags" Target="../tags/tag74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5" Type="http://schemas.openxmlformats.org/officeDocument/2006/relationships/image" Target="../media/image6.tmp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24" Type="http://schemas.openxmlformats.org/officeDocument/2006/relationships/image" Target="../media/image67.png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23" Type="http://schemas.openxmlformats.org/officeDocument/2006/relationships/notesSlide" Target="../notesSlides/notesSlide64.xml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图灵机简介、形式化定义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图灵机的表示能力：语言、停机与整数运算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扩展图灵机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受限图灵机</a:t>
            </a:r>
            <a:endParaRPr lang="en-A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31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74" name="Rectangle 78"/>
          <p:cNvSpPr>
            <a:spLocks noChangeArrowheads="1"/>
          </p:cNvSpPr>
          <p:nvPr/>
        </p:nvSpPr>
        <p:spPr bwMode="auto">
          <a:xfrm>
            <a:off x="2362200" y="1124744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课程回顾（</a:t>
            </a:r>
            <a:r>
              <a:rPr kumimoji="1" lang="en-US" altLang="zh-CN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Lecture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）</a:t>
            </a:r>
            <a:endParaRPr kumimoji="1" lang="zh-CN" altLang="en-US" sz="3200" b="1" i="1" dirty="0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55375" name="Text Box 79"/>
          <p:cNvSpPr txBox="1">
            <a:spLocks noChangeArrowheads="1"/>
          </p:cNvSpPr>
          <p:nvPr/>
        </p:nvSpPr>
        <p:spPr bwMode="auto">
          <a:xfrm>
            <a:off x="2438400" y="1885158"/>
            <a:ext cx="8001000" cy="167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设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 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 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0,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1, 2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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，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= 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</a:t>
            </a:r>
            <a:r>
              <a:rPr kumimoji="1" lang="en-US" altLang="zh-CN" sz="2800" b="1" i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800" b="1" i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en-US" altLang="zh-CN" sz="2800" b="1" i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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 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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1 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.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  <a:sym typeface="Symbol" pitchFamily="18" charset="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6666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无有穷自动机和上下文无关文法能够接受语言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00" b="1" i="1" dirty="0">
              <a:solidFill>
                <a:srgbClr val="333399"/>
              </a:solidFill>
              <a:latin typeface="Arial" pitchFamily="34" charset="0"/>
              <a:ea typeface="楷体_GB2312" pitchFamily="49" charset="-122"/>
              <a:sym typeface="Symbol" pitchFamily="18" charset="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存在一个图灵机可接受该语言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55377" name="Rectangle 81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pic>
        <p:nvPicPr>
          <p:cNvPr id="2" name="Picture 8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5680" y="3717032"/>
            <a:ext cx="56197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584552-BE01-F544-B1E5-0699755C7A12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03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543" name="Object 7"/>
          <p:cNvGraphicFramePr>
            <a:graphicFrameLocks noChangeAspect="1"/>
          </p:cNvGraphicFramePr>
          <p:nvPr/>
        </p:nvGraphicFramePr>
        <p:xfrm>
          <a:off x="2362200" y="2286001"/>
          <a:ext cx="7696200" cy="264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099400" imgH="1749240" progId="Visio.Drawing.11">
                  <p:embed/>
                </p:oleObj>
              </mc:Choice>
              <mc:Fallback>
                <p:oleObj name="VISIO" r:id="rId3" imgW="5099400" imgH="1749240" progId="Visio.Drawing.11">
                  <p:embed/>
                  <p:pic>
                    <p:nvPicPr>
                      <p:cNvPr id="1935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86001"/>
                        <a:ext cx="7696200" cy="264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4" name="Rectangle 8"/>
          <p:cNvSpPr>
            <a:spLocks noChangeArrowheads="1"/>
          </p:cNvSpPr>
          <p:nvPr/>
        </p:nvSpPr>
        <p:spPr bwMode="auto">
          <a:xfrm>
            <a:off x="2438400" y="13716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基本图灵机</a:t>
            </a:r>
            <a:endParaRPr kumimoji="1" lang="zh-CN" altLang="en-US" sz="3200" b="1" i="1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</p:txBody>
      </p:sp>
      <p:grpSp>
        <p:nvGrpSpPr>
          <p:cNvPr id="193560" name="Group 24"/>
          <p:cNvGrpSpPr>
            <a:grpSpLocks/>
          </p:cNvGrpSpPr>
          <p:nvPr/>
        </p:nvGrpSpPr>
        <p:grpSpPr bwMode="auto">
          <a:xfrm>
            <a:off x="6705601" y="2955926"/>
            <a:ext cx="3382963" cy="1158875"/>
            <a:chOff x="3264" y="1948"/>
            <a:chExt cx="2131" cy="730"/>
          </a:xfrm>
        </p:grpSpPr>
        <p:sp>
          <p:nvSpPr>
            <p:cNvPr id="193545" name="Text Box 9"/>
            <p:cNvSpPr txBox="1">
              <a:spLocks noChangeArrowheads="1"/>
            </p:cNvSpPr>
            <p:nvPr/>
          </p:nvSpPr>
          <p:spPr bwMode="auto">
            <a:xfrm>
              <a:off x="3888" y="1948"/>
              <a:ext cx="15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带头（</a:t>
              </a: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tape head</a:t>
              </a: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）</a:t>
              </a:r>
            </a:p>
          </p:txBody>
        </p:sp>
        <p:sp>
          <p:nvSpPr>
            <p:cNvPr id="193546" name="Line 10"/>
            <p:cNvSpPr>
              <a:spLocks noChangeShapeType="1"/>
            </p:cNvSpPr>
            <p:nvPr/>
          </p:nvSpPr>
          <p:spPr bwMode="auto">
            <a:xfrm flipH="1">
              <a:off x="3264" y="2198"/>
              <a:ext cx="1200" cy="48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stealth" w="med" len="med"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93556" name="Group 20"/>
          <p:cNvGrpSpPr>
            <a:grpSpLocks/>
          </p:cNvGrpSpPr>
          <p:nvPr/>
        </p:nvGrpSpPr>
        <p:grpSpPr bwMode="auto">
          <a:xfrm>
            <a:off x="2743200" y="3124200"/>
            <a:ext cx="2819400" cy="1219200"/>
            <a:chOff x="768" y="2054"/>
            <a:chExt cx="1776" cy="768"/>
          </a:xfrm>
        </p:grpSpPr>
        <p:sp>
          <p:nvSpPr>
            <p:cNvPr id="193547" name="Text Box 11"/>
            <p:cNvSpPr txBox="1">
              <a:spLocks noChangeArrowheads="1"/>
            </p:cNvSpPr>
            <p:nvPr/>
          </p:nvSpPr>
          <p:spPr bwMode="auto">
            <a:xfrm>
              <a:off x="768" y="2054"/>
              <a:ext cx="9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带（</a:t>
              </a: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tape</a:t>
              </a: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）</a:t>
              </a:r>
            </a:p>
          </p:txBody>
        </p:sp>
        <p:sp>
          <p:nvSpPr>
            <p:cNvPr id="193548" name="Line 12"/>
            <p:cNvSpPr>
              <a:spLocks noChangeShapeType="1"/>
            </p:cNvSpPr>
            <p:nvPr/>
          </p:nvSpPr>
          <p:spPr bwMode="auto">
            <a:xfrm>
              <a:off x="1296" y="2294"/>
              <a:ext cx="1248" cy="528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stealth" w="med" len="med"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93557" name="Group 21"/>
          <p:cNvGrpSpPr>
            <a:grpSpLocks/>
          </p:cNvGrpSpPr>
          <p:nvPr/>
        </p:nvGrpSpPr>
        <p:grpSpPr bwMode="auto">
          <a:xfrm>
            <a:off x="5638800" y="4953001"/>
            <a:ext cx="1752600" cy="1387475"/>
            <a:chOff x="2592" y="3206"/>
            <a:chExt cx="1104" cy="874"/>
          </a:xfrm>
        </p:grpSpPr>
        <p:sp>
          <p:nvSpPr>
            <p:cNvPr id="193549" name="Text Box 13"/>
            <p:cNvSpPr txBox="1">
              <a:spLocks noChangeArrowheads="1"/>
            </p:cNvSpPr>
            <p:nvPr/>
          </p:nvSpPr>
          <p:spPr bwMode="auto">
            <a:xfrm>
              <a:off x="2592" y="3830"/>
              <a:ext cx="11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单元格（</a:t>
              </a: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cell</a:t>
              </a: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）</a:t>
              </a:r>
            </a:p>
          </p:txBody>
        </p:sp>
        <p:sp>
          <p:nvSpPr>
            <p:cNvPr id="193550" name="Line 14"/>
            <p:cNvSpPr>
              <a:spLocks noChangeShapeType="1"/>
            </p:cNvSpPr>
            <p:nvPr/>
          </p:nvSpPr>
          <p:spPr bwMode="auto">
            <a:xfrm flipV="1">
              <a:off x="2976" y="3206"/>
              <a:ext cx="288" cy="57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stealth" w="med" len="med"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93559" name="Group 23"/>
          <p:cNvGrpSpPr>
            <a:grpSpLocks/>
          </p:cNvGrpSpPr>
          <p:nvPr/>
        </p:nvGrpSpPr>
        <p:grpSpPr bwMode="auto">
          <a:xfrm>
            <a:off x="2819400" y="4724401"/>
            <a:ext cx="2514600" cy="1539875"/>
            <a:chOff x="816" y="3062"/>
            <a:chExt cx="1584" cy="970"/>
          </a:xfrm>
        </p:grpSpPr>
        <p:sp>
          <p:nvSpPr>
            <p:cNvPr id="193551" name="Text Box 15"/>
            <p:cNvSpPr txBox="1">
              <a:spLocks noChangeArrowheads="1"/>
            </p:cNvSpPr>
            <p:nvPr/>
          </p:nvSpPr>
          <p:spPr bwMode="auto">
            <a:xfrm>
              <a:off x="816" y="3782"/>
              <a:ext cx="15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空白（</a:t>
              </a: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blank</a:t>
              </a: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）带符</a:t>
              </a:r>
            </a:p>
          </p:txBody>
        </p:sp>
        <p:sp>
          <p:nvSpPr>
            <p:cNvPr id="193552" name="Line 16"/>
            <p:cNvSpPr>
              <a:spLocks noChangeShapeType="1"/>
            </p:cNvSpPr>
            <p:nvPr/>
          </p:nvSpPr>
          <p:spPr bwMode="auto">
            <a:xfrm flipV="1">
              <a:off x="1440" y="3062"/>
              <a:ext cx="0" cy="72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stealth" w="med" len="med"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93558" name="Group 22"/>
          <p:cNvGrpSpPr>
            <a:grpSpLocks/>
          </p:cNvGrpSpPr>
          <p:nvPr/>
        </p:nvGrpSpPr>
        <p:grpSpPr bwMode="auto">
          <a:xfrm>
            <a:off x="6934200" y="4800601"/>
            <a:ext cx="3429000" cy="1387475"/>
            <a:chOff x="3408" y="3110"/>
            <a:chExt cx="2160" cy="874"/>
          </a:xfrm>
        </p:grpSpPr>
        <p:sp>
          <p:nvSpPr>
            <p:cNvPr id="193553" name="Text Box 17"/>
            <p:cNvSpPr txBox="1">
              <a:spLocks noChangeArrowheads="1"/>
            </p:cNvSpPr>
            <p:nvPr/>
          </p:nvSpPr>
          <p:spPr bwMode="auto">
            <a:xfrm>
              <a:off x="3984" y="3734"/>
              <a:ext cx="15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带符（</a:t>
              </a: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tape symbol</a:t>
              </a:r>
              <a:r>
                <a:rPr kumimoji="1" lang="zh-CN" altLang="en-US" sz="2000" b="1">
                  <a:solidFill>
                    <a:srgbClr val="800080"/>
                  </a:solidFill>
                  <a:latin typeface="Arial" pitchFamily="34" charset="0"/>
                  <a:ea typeface="楷体_GB2312" pitchFamily="49" charset="-122"/>
                </a:rPr>
                <a:t>）</a:t>
              </a:r>
            </a:p>
          </p:txBody>
        </p:sp>
        <p:sp>
          <p:nvSpPr>
            <p:cNvPr id="193554" name="Line 18"/>
            <p:cNvSpPr>
              <a:spLocks noChangeShapeType="1"/>
            </p:cNvSpPr>
            <p:nvPr/>
          </p:nvSpPr>
          <p:spPr bwMode="auto">
            <a:xfrm flipV="1">
              <a:off x="4752" y="3110"/>
              <a:ext cx="96" cy="672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stealth" w="med" len="med"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3555" name="Line 19"/>
            <p:cNvSpPr>
              <a:spLocks noChangeShapeType="1"/>
            </p:cNvSpPr>
            <p:nvPr/>
          </p:nvSpPr>
          <p:spPr bwMode="auto">
            <a:xfrm flipH="1" flipV="1">
              <a:off x="3408" y="3110"/>
              <a:ext cx="1104" cy="672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stealth" w="med" len="med"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193561" name="Rectangle 25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B2D530-E98A-0740-8A2C-1250CEF9647D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04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8" name="Rectangle 8"/>
          <p:cNvSpPr>
            <a:spLocks noChangeArrowheads="1"/>
          </p:cNvSpPr>
          <p:nvPr/>
        </p:nvSpPr>
        <p:spPr bwMode="auto">
          <a:xfrm>
            <a:off x="2438400" y="12192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举例</a:t>
            </a:r>
            <a:endParaRPr kumimoji="1" lang="zh-CN" altLang="en-US" sz="3200" b="1" i="1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</p:txBody>
      </p:sp>
      <p:graphicFrame>
        <p:nvGraphicFramePr>
          <p:cNvPr id="194569" name="Object 9"/>
          <p:cNvGraphicFramePr>
            <a:graphicFrameLocks noChangeAspect="1"/>
          </p:cNvGraphicFramePr>
          <p:nvPr/>
        </p:nvGraphicFramePr>
        <p:xfrm>
          <a:off x="2819400" y="1905001"/>
          <a:ext cx="6096000" cy="307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838749" imgH="2939491" progId="Visio.Drawing.11">
                  <p:embed/>
                </p:oleObj>
              </mc:Choice>
              <mc:Fallback>
                <p:oleObj name="Visio" r:id="rId3" imgW="5838749" imgH="2939491" progId="Visio.Drawing.11">
                  <p:embed/>
                  <p:pic>
                    <p:nvPicPr>
                      <p:cNvPr id="1945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05001"/>
                        <a:ext cx="6096000" cy="307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47" name="Group 87"/>
          <p:cNvGrpSpPr>
            <a:grpSpLocks/>
          </p:cNvGrpSpPr>
          <p:nvPr/>
        </p:nvGrpSpPr>
        <p:grpSpPr bwMode="auto">
          <a:xfrm>
            <a:off x="2743200" y="5181601"/>
            <a:ext cx="5943600" cy="473075"/>
            <a:chOff x="1056" y="3360"/>
            <a:chExt cx="3744" cy="298"/>
          </a:xfrm>
        </p:grpSpPr>
        <p:sp>
          <p:nvSpPr>
            <p:cNvPr id="194615" name="Line 55"/>
            <p:cNvSpPr>
              <a:spLocks noChangeShapeType="1"/>
            </p:cNvSpPr>
            <p:nvPr/>
          </p:nvSpPr>
          <p:spPr bwMode="auto">
            <a:xfrm>
              <a:off x="2304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16" name="Line 56"/>
            <p:cNvSpPr>
              <a:spLocks noChangeShapeType="1"/>
            </p:cNvSpPr>
            <p:nvPr/>
          </p:nvSpPr>
          <p:spPr bwMode="auto">
            <a:xfrm>
              <a:off x="1056" y="3648"/>
              <a:ext cx="3744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18" name="Text Box 58"/>
            <p:cNvSpPr txBox="1">
              <a:spLocks noChangeArrowheads="1"/>
            </p:cNvSpPr>
            <p:nvPr/>
          </p:nvSpPr>
          <p:spPr bwMode="auto">
            <a:xfrm>
              <a:off x="2064" y="3408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94625" name="Line 65"/>
            <p:cNvSpPr>
              <a:spLocks noChangeShapeType="1"/>
            </p:cNvSpPr>
            <p:nvPr/>
          </p:nvSpPr>
          <p:spPr bwMode="auto">
            <a:xfrm>
              <a:off x="1056" y="3408"/>
              <a:ext cx="3744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26" name="Line 66"/>
            <p:cNvSpPr>
              <a:spLocks noChangeShapeType="1"/>
            </p:cNvSpPr>
            <p:nvPr/>
          </p:nvSpPr>
          <p:spPr bwMode="auto">
            <a:xfrm>
              <a:off x="2592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27" name="Text Box 67"/>
            <p:cNvSpPr txBox="1">
              <a:spLocks noChangeArrowheads="1"/>
            </p:cNvSpPr>
            <p:nvPr/>
          </p:nvSpPr>
          <p:spPr bwMode="auto">
            <a:xfrm>
              <a:off x="2339" y="3408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94628" name="Line 68"/>
            <p:cNvSpPr>
              <a:spLocks noChangeShapeType="1"/>
            </p:cNvSpPr>
            <p:nvPr/>
          </p:nvSpPr>
          <p:spPr bwMode="auto">
            <a:xfrm>
              <a:off x="2880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29" name="Text Box 69"/>
            <p:cNvSpPr txBox="1">
              <a:spLocks noChangeArrowheads="1"/>
            </p:cNvSpPr>
            <p:nvPr/>
          </p:nvSpPr>
          <p:spPr bwMode="auto">
            <a:xfrm>
              <a:off x="2640" y="3408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94630" name="Line 70"/>
            <p:cNvSpPr>
              <a:spLocks noChangeShapeType="1"/>
            </p:cNvSpPr>
            <p:nvPr/>
          </p:nvSpPr>
          <p:spPr bwMode="auto">
            <a:xfrm>
              <a:off x="3168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31" name="Text Box 71"/>
            <p:cNvSpPr txBox="1">
              <a:spLocks noChangeArrowheads="1"/>
            </p:cNvSpPr>
            <p:nvPr/>
          </p:nvSpPr>
          <p:spPr bwMode="auto">
            <a:xfrm>
              <a:off x="2928" y="3408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94632" name="Line 72"/>
            <p:cNvSpPr>
              <a:spLocks noChangeShapeType="1"/>
            </p:cNvSpPr>
            <p:nvPr/>
          </p:nvSpPr>
          <p:spPr bwMode="auto">
            <a:xfrm>
              <a:off x="3456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33" name="Text Box 73"/>
            <p:cNvSpPr txBox="1">
              <a:spLocks noChangeArrowheads="1"/>
            </p:cNvSpPr>
            <p:nvPr/>
          </p:nvSpPr>
          <p:spPr bwMode="auto">
            <a:xfrm>
              <a:off x="3216" y="3408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94634" name="Line 74"/>
            <p:cNvSpPr>
              <a:spLocks noChangeShapeType="1"/>
            </p:cNvSpPr>
            <p:nvPr/>
          </p:nvSpPr>
          <p:spPr bwMode="auto">
            <a:xfrm>
              <a:off x="3744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35" name="Text Box 75"/>
            <p:cNvSpPr txBox="1">
              <a:spLocks noChangeArrowheads="1"/>
            </p:cNvSpPr>
            <p:nvPr/>
          </p:nvSpPr>
          <p:spPr bwMode="auto">
            <a:xfrm>
              <a:off x="3504" y="3408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94636" name="Line 76"/>
            <p:cNvSpPr>
              <a:spLocks noChangeShapeType="1"/>
            </p:cNvSpPr>
            <p:nvPr/>
          </p:nvSpPr>
          <p:spPr bwMode="auto">
            <a:xfrm>
              <a:off x="4032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37" name="Text Box 77"/>
            <p:cNvSpPr txBox="1">
              <a:spLocks noChangeArrowheads="1"/>
            </p:cNvSpPr>
            <p:nvPr/>
          </p:nvSpPr>
          <p:spPr bwMode="auto">
            <a:xfrm>
              <a:off x="3792" y="3408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94638" name="Line 78"/>
            <p:cNvSpPr>
              <a:spLocks noChangeShapeType="1"/>
            </p:cNvSpPr>
            <p:nvPr/>
          </p:nvSpPr>
          <p:spPr bwMode="auto">
            <a:xfrm>
              <a:off x="4320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39" name="Text Box 79"/>
            <p:cNvSpPr txBox="1">
              <a:spLocks noChangeArrowheads="1"/>
            </p:cNvSpPr>
            <p:nvPr/>
          </p:nvSpPr>
          <p:spPr bwMode="auto">
            <a:xfrm>
              <a:off x="4080" y="3408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94640" name="Line 80"/>
            <p:cNvSpPr>
              <a:spLocks noChangeShapeType="1"/>
            </p:cNvSpPr>
            <p:nvPr/>
          </p:nvSpPr>
          <p:spPr bwMode="auto">
            <a:xfrm>
              <a:off x="1440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41" name="Line 81"/>
            <p:cNvSpPr>
              <a:spLocks noChangeShapeType="1"/>
            </p:cNvSpPr>
            <p:nvPr/>
          </p:nvSpPr>
          <p:spPr bwMode="auto">
            <a:xfrm>
              <a:off x="1728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42" name="Text Box 82"/>
            <p:cNvSpPr txBox="1">
              <a:spLocks noChangeArrowheads="1"/>
            </p:cNvSpPr>
            <p:nvPr/>
          </p:nvSpPr>
          <p:spPr bwMode="auto">
            <a:xfrm>
              <a:off x="1488" y="3408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94643" name="Line 83"/>
            <p:cNvSpPr>
              <a:spLocks noChangeShapeType="1"/>
            </p:cNvSpPr>
            <p:nvPr/>
          </p:nvSpPr>
          <p:spPr bwMode="auto">
            <a:xfrm>
              <a:off x="2016" y="340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44" name="Text Box 84"/>
            <p:cNvSpPr txBox="1">
              <a:spLocks noChangeArrowheads="1"/>
            </p:cNvSpPr>
            <p:nvPr/>
          </p:nvSpPr>
          <p:spPr bwMode="auto">
            <a:xfrm>
              <a:off x="1776" y="3408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94645" name="Text Box 85"/>
            <p:cNvSpPr txBox="1">
              <a:spLocks noChangeArrowheads="1"/>
            </p:cNvSpPr>
            <p:nvPr/>
          </p:nvSpPr>
          <p:spPr bwMode="auto">
            <a:xfrm>
              <a:off x="4320" y="336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…</a:t>
              </a:r>
            </a:p>
          </p:txBody>
        </p:sp>
        <p:sp>
          <p:nvSpPr>
            <p:cNvPr id="194646" name="Text Box 86"/>
            <p:cNvSpPr txBox="1">
              <a:spLocks noChangeArrowheads="1"/>
            </p:cNvSpPr>
            <p:nvPr/>
          </p:nvSpPr>
          <p:spPr bwMode="auto">
            <a:xfrm>
              <a:off x="1164" y="3360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…</a:t>
              </a:r>
            </a:p>
          </p:txBody>
        </p:sp>
      </p:grpSp>
      <p:grpSp>
        <p:nvGrpSpPr>
          <p:cNvPr id="194655" name="Group 95"/>
          <p:cNvGrpSpPr>
            <a:grpSpLocks/>
          </p:cNvGrpSpPr>
          <p:nvPr/>
        </p:nvGrpSpPr>
        <p:grpSpPr bwMode="auto">
          <a:xfrm>
            <a:off x="4495805" y="6080125"/>
            <a:ext cx="436563" cy="400050"/>
            <a:chOff x="2160" y="3648"/>
            <a:chExt cx="275" cy="252"/>
          </a:xfrm>
        </p:grpSpPr>
        <p:sp>
          <p:nvSpPr>
            <p:cNvPr id="194578" name="Line 18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48" name="Text Box 88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194656" name="Text Box 96"/>
          <p:cNvSpPr txBox="1">
            <a:spLocks noChangeArrowheads="1"/>
          </p:cNvSpPr>
          <p:nvPr/>
        </p:nvSpPr>
        <p:spPr bwMode="auto">
          <a:xfrm>
            <a:off x="4343401" y="5699126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800080"/>
                </a:solidFill>
                <a:latin typeface="Arial" pitchFamily="34" charset="0"/>
                <a:ea typeface="宋体" pitchFamily="2" charset="-122"/>
              </a:rPr>
              <a:t>X</a:t>
            </a:r>
          </a:p>
        </p:txBody>
      </p:sp>
      <p:grpSp>
        <p:nvGrpSpPr>
          <p:cNvPr id="194657" name="Group 97"/>
          <p:cNvGrpSpPr>
            <a:grpSpLocks/>
          </p:cNvGrpSpPr>
          <p:nvPr/>
        </p:nvGrpSpPr>
        <p:grpSpPr bwMode="auto">
          <a:xfrm>
            <a:off x="4978405" y="6080125"/>
            <a:ext cx="436563" cy="400050"/>
            <a:chOff x="2160" y="3648"/>
            <a:chExt cx="275" cy="252"/>
          </a:xfrm>
        </p:grpSpPr>
        <p:sp>
          <p:nvSpPr>
            <p:cNvPr id="194658" name="Line 98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59" name="Text Box 99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94661" name="Group 101"/>
          <p:cNvGrpSpPr>
            <a:grpSpLocks/>
          </p:cNvGrpSpPr>
          <p:nvPr/>
        </p:nvGrpSpPr>
        <p:grpSpPr bwMode="auto">
          <a:xfrm>
            <a:off x="5435605" y="6080125"/>
            <a:ext cx="436563" cy="400050"/>
            <a:chOff x="2160" y="3648"/>
            <a:chExt cx="275" cy="252"/>
          </a:xfrm>
        </p:grpSpPr>
        <p:sp>
          <p:nvSpPr>
            <p:cNvPr id="194662" name="Line 102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63" name="Text Box 103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1</a:t>
              </a:r>
            </a:p>
          </p:txBody>
        </p:sp>
      </p:grpSp>
      <p:sp>
        <p:nvSpPr>
          <p:cNvPr id="194664" name="Text Box 104"/>
          <p:cNvSpPr txBox="1">
            <a:spLocks noChangeArrowheads="1"/>
          </p:cNvSpPr>
          <p:nvPr/>
        </p:nvSpPr>
        <p:spPr bwMode="auto">
          <a:xfrm>
            <a:off x="5257801" y="5699126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宋体" pitchFamily="2" charset="-122"/>
              </a:rPr>
              <a:t>Y</a:t>
            </a:r>
          </a:p>
        </p:txBody>
      </p:sp>
      <p:grpSp>
        <p:nvGrpSpPr>
          <p:cNvPr id="194665" name="Group 105"/>
          <p:cNvGrpSpPr>
            <a:grpSpLocks/>
          </p:cNvGrpSpPr>
          <p:nvPr/>
        </p:nvGrpSpPr>
        <p:grpSpPr bwMode="auto">
          <a:xfrm>
            <a:off x="5867405" y="6080125"/>
            <a:ext cx="436563" cy="400050"/>
            <a:chOff x="2160" y="3648"/>
            <a:chExt cx="275" cy="252"/>
          </a:xfrm>
        </p:grpSpPr>
        <p:sp>
          <p:nvSpPr>
            <p:cNvPr id="194666" name="Line 106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67" name="Text Box 107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194671" name="Group 111"/>
          <p:cNvGrpSpPr>
            <a:grpSpLocks/>
          </p:cNvGrpSpPr>
          <p:nvPr/>
        </p:nvGrpSpPr>
        <p:grpSpPr bwMode="auto">
          <a:xfrm>
            <a:off x="6350005" y="6096000"/>
            <a:ext cx="436563" cy="400050"/>
            <a:chOff x="2160" y="3648"/>
            <a:chExt cx="275" cy="252"/>
          </a:xfrm>
        </p:grpSpPr>
        <p:sp>
          <p:nvSpPr>
            <p:cNvPr id="194672" name="Line 112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73" name="Text Box 113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194674" name="Text Box 114"/>
          <p:cNvSpPr txBox="1">
            <a:spLocks noChangeArrowheads="1"/>
          </p:cNvSpPr>
          <p:nvPr/>
        </p:nvSpPr>
        <p:spPr bwMode="auto">
          <a:xfrm>
            <a:off x="6172201" y="5699126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宋体" pitchFamily="2" charset="-122"/>
              </a:rPr>
              <a:t>Z</a:t>
            </a:r>
          </a:p>
        </p:txBody>
      </p:sp>
      <p:grpSp>
        <p:nvGrpSpPr>
          <p:cNvPr id="194675" name="Group 115"/>
          <p:cNvGrpSpPr>
            <a:grpSpLocks/>
          </p:cNvGrpSpPr>
          <p:nvPr/>
        </p:nvGrpSpPr>
        <p:grpSpPr bwMode="auto">
          <a:xfrm>
            <a:off x="5867405" y="6080125"/>
            <a:ext cx="436563" cy="400050"/>
            <a:chOff x="2160" y="3648"/>
            <a:chExt cx="275" cy="252"/>
          </a:xfrm>
        </p:grpSpPr>
        <p:sp>
          <p:nvSpPr>
            <p:cNvPr id="194676" name="Line 116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77" name="Text Box 117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678" name="Group 118"/>
          <p:cNvGrpSpPr>
            <a:grpSpLocks/>
          </p:cNvGrpSpPr>
          <p:nvPr/>
        </p:nvGrpSpPr>
        <p:grpSpPr bwMode="auto">
          <a:xfrm>
            <a:off x="5435605" y="6080125"/>
            <a:ext cx="436563" cy="400050"/>
            <a:chOff x="2160" y="3648"/>
            <a:chExt cx="275" cy="252"/>
          </a:xfrm>
        </p:grpSpPr>
        <p:sp>
          <p:nvSpPr>
            <p:cNvPr id="194679" name="Line 119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80" name="Text Box 120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681" name="Group 121"/>
          <p:cNvGrpSpPr>
            <a:grpSpLocks/>
          </p:cNvGrpSpPr>
          <p:nvPr/>
        </p:nvGrpSpPr>
        <p:grpSpPr bwMode="auto">
          <a:xfrm>
            <a:off x="4978405" y="6096000"/>
            <a:ext cx="436563" cy="400050"/>
            <a:chOff x="2160" y="3648"/>
            <a:chExt cx="275" cy="252"/>
          </a:xfrm>
        </p:grpSpPr>
        <p:sp>
          <p:nvSpPr>
            <p:cNvPr id="194682" name="Line 122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83" name="Text Box 123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684" name="Group 124"/>
          <p:cNvGrpSpPr>
            <a:grpSpLocks/>
          </p:cNvGrpSpPr>
          <p:nvPr/>
        </p:nvGrpSpPr>
        <p:grpSpPr bwMode="auto">
          <a:xfrm>
            <a:off x="4512077" y="6096000"/>
            <a:ext cx="436563" cy="400050"/>
            <a:chOff x="2160" y="3648"/>
            <a:chExt cx="275" cy="252"/>
          </a:xfrm>
        </p:grpSpPr>
        <p:sp>
          <p:nvSpPr>
            <p:cNvPr id="194685" name="Line 125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86" name="Text Box 126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 dirty="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687" name="Group 127"/>
          <p:cNvGrpSpPr>
            <a:grpSpLocks/>
          </p:cNvGrpSpPr>
          <p:nvPr/>
        </p:nvGrpSpPr>
        <p:grpSpPr bwMode="auto">
          <a:xfrm>
            <a:off x="4978405" y="6096000"/>
            <a:ext cx="436563" cy="400050"/>
            <a:chOff x="2160" y="3648"/>
            <a:chExt cx="275" cy="252"/>
          </a:xfrm>
        </p:grpSpPr>
        <p:sp>
          <p:nvSpPr>
            <p:cNvPr id="194688" name="Line 128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89" name="Text Box 129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194690" name="Group 130"/>
          <p:cNvGrpSpPr>
            <a:grpSpLocks/>
          </p:cNvGrpSpPr>
          <p:nvPr/>
        </p:nvGrpSpPr>
        <p:grpSpPr bwMode="auto">
          <a:xfrm>
            <a:off x="5435605" y="6096000"/>
            <a:ext cx="436563" cy="400050"/>
            <a:chOff x="2160" y="3648"/>
            <a:chExt cx="275" cy="252"/>
          </a:xfrm>
        </p:grpSpPr>
        <p:sp>
          <p:nvSpPr>
            <p:cNvPr id="194691" name="Line 131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92" name="Text Box 132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1</a:t>
              </a:r>
            </a:p>
          </p:txBody>
        </p:sp>
      </p:grpSp>
      <p:sp>
        <p:nvSpPr>
          <p:cNvPr id="194693" name="Text Box 133"/>
          <p:cNvSpPr txBox="1">
            <a:spLocks noChangeArrowheads="1"/>
          </p:cNvSpPr>
          <p:nvPr/>
        </p:nvSpPr>
        <p:spPr bwMode="auto">
          <a:xfrm>
            <a:off x="4800601" y="5699126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800080"/>
                </a:solidFill>
                <a:latin typeface="Arial" pitchFamily="34" charset="0"/>
                <a:ea typeface="宋体" pitchFamily="2" charset="-122"/>
              </a:rPr>
              <a:t>X</a:t>
            </a:r>
          </a:p>
        </p:txBody>
      </p:sp>
      <p:grpSp>
        <p:nvGrpSpPr>
          <p:cNvPr id="194694" name="Group 134"/>
          <p:cNvGrpSpPr>
            <a:grpSpLocks/>
          </p:cNvGrpSpPr>
          <p:nvPr/>
        </p:nvGrpSpPr>
        <p:grpSpPr bwMode="auto">
          <a:xfrm>
            <a:off x="5867405" y="6096000"/>
            <a:ext cx="436563" cy="400050"/>
            <a:chOff x="2160" y="3648"/>
            <a:chExt cx="275" cy="252"/>
          </a:xfrm>
        </p:grpSpPr>
        <p:sp>
          <p:nvSpPr>
            <p:cNvPr id="194695" name="Line 135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96" name="Text Box 136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94697" name="Group 137"/>
          <p:cNvGrpSpPr>
            <a:grpSpLocks/>
          </p:cNvGrpSpPr>
          <p:nvPr/>
        </p:nvGrpSpPr>
        <p:grpSpPr bwMode="auto">
          <a:xfrm>
            <a:off x="6350005" y="6096000"/>
            <a:ext cx="436563" cy="400050"/>
            <a:chOff x="2160" y="3648"/>
            <a:chExt cx="275" cy="252"/>
          </a:xfrm>
        </p:grpSpPr>
        <p:sp>
          <p:nvSpPr>
            <p:cNvPr id="194698" name="Line 138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699" name="Text Box 139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194700" name="Text Box 140"/>
          <p:cNvSpPr txBox="1">
            <a:spLocks noChangeArrowheads="1"/>
          </p:cNvSpPr>
          <p:nvPr/>
        </p:nvSpPr>
        <p:spPr bwMode="auto">
          <a:xfrm>
            <a:off x="5665788" y="5699126"/>
            <a:ext cx="354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800080"/>
                </a:solidFill>
                <a:latin typeface="Arial" pitchFamily="34" charset="0"/>
                <a:ea typeface="宋体" pitchFamily="2" charset="-122"/>
              </a:rPr>
              <a:t>Y</a:t>
            </a:r>
          </a:p>
        </p:txBody>
      </p:sp>
      <p:grpSp>
        <p:nvGrpSpPr>
          <p:cNvPr id="194701" name="Group 141"/>
          <p:cNvGrpSpPr>
            <a:grpSpLocks/>
          </p:cNvGrpSpPr>
          <p:nvPr/>
        </p:nvGrpSpPr>
        <p:grpSpPr bwMode="auto">
          <a:xfrm>
            <a:off x="6807205" y="6096000"/>
            <a:ext cx="436563" cy="400050"/>
            <a:chOff x="2160" y="3648"/>
            <a:chExt cx="275" cy="252"/>
          </a:xfrm>
        </p:grpSpPr>
        <p:sp>
          <p:nvSpPr>
            <p:cNvPr id="194702" name="Line 142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03" name="Text Box 143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194704" name="Text Box 144"/>
          <p:cNvSpPr txBox="1">
            <a:spLocks noChangeArrowheads="1"/>
          </p:cNvSpPr>
          <p:nvPr/>
        </p:nvSpPr>
        <p:spPr bwMode="auto">
          <a:xfrm>
            <a:off x="6629401" y="5699126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800080"/>
                </a:solidFill>
                <a:latin typeface="Arial" pitchFamily="34" charset="0"/>
                <a:ea typeface="宋体" pitchFamily="2" charset="-122"/>
              </a:rPr>
              <a:t>Z</a:t>
            </a:r>
          </a:p>
        </p:txBody>
      </p:sp>
      <p:grpSp>
        <p:nvGrpSpPr>
          <p:cNvPr id="194706" name="Group 146"/>
          <p:cNvGrpSpPr>
            <a:grpSpLocks/>
          </p:cNvGrpSpPr>
          <p:nvPr/>
        </p:nvGrpSpPr>
        <p:grpSpPr bwMode="auto">
          <a:xfrm>
            <a:off x="6350005" y="6096000"/>
            <a:ext cx="436563" cy="400050"/>
            <a:chOff x="2160" y="3648"/>
            <a:chExt cx="275" cy="252"/>
          </a:xfrm>
        </p:grpSpPr>
        <p:sp>
          <p:nvSpPr>
            <p:cNvPr id="194707" name="Line 147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08" name="Text Box 148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709" name="Group 149"/>
          <p:cNvGrpSpPr>
            <a:grpSpLocks/>
          </p:cNvGrpSpPr>
          <p:nvPr/>
        </p:nvGrpSpPr>
        <p:grpSpPr bwMode="auto">
          <a:xfrm>
            <a:off x="5867405" y="6096002"/>
            <a:ext cx="436563" cy="399928"/>
            <a:chOff x="2160" y="3648"/>
            <a:chExt cx="275" cy="262"/>
          </a:xfrm>
        </p:grpSpPr>
        <p:sp>
          <p:nvSpPr>
            <p:cNvPr id="194710" name="Line 150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11" name="Text Box 151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712" name="Group 152"/>
          <p:cNvGrpSpPr>
            <a:grpSpLocks/>
          </p:cNvGrpSpPr>
          <p:nvPr/>
        </p:nvGrpSpPr>
        <p:grpSpPr bwMode="auto">
          <a:xfrm>
            <a:off x="5435605" y="6096002"/>
            <a:ext cx="436563" cy="399928"/>
            <a:chOff x="2160" y="3648"/>
            <a:chExt cx="275" cy="262"/>
          </a:xfrm>
        </p:grpSpPr>
        <p:sp>
          <p:nvSpPr>
            <p:cNvPr id="194713" name="Line 153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14" name="Text Box 154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715" name="Group 155"/>
          <p:cNvGrpSpPr>
            <a:grpSpLocks/>
          </p:cNvGrpSpPr>
          <p:nvPr/>
        </p:nvGrpSpPr>
        <p:grpSpPr bwMode="auto">
          <a:xfrm>
            <a:off x="4978405" y="6096002"/>
            <a:ext cx="436563" cy="399928"/>
            <a:chOff x="2160" y="3648"/>
            <a:chExt cx="275" cy="262"/>
          </a:xfrm>
        </p:grpSpPr>
        <p:sp>
          <p:nvSpPr>
            <p:cNvPr id="194716" name="Line 156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17" name="Text Box 157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94718" name="Group 158"/>
          <p:cNvGrpSpPr>
            <a:grpSpLocks/>
          </p:cNvGrpSpPr>
          <p:nvPr/>
        </p:nvGrpSpPr>
        <p:grpSpPr bwMode="auto">
          <a:xfrm>
            <a:off x="5435605" y="6096002"/>
            <a:ext cx="436563" cy="399928"/>
            <a:chOff x="2160" y="3648"/>
            <a:chExt cx="275" cy="262"/>
          </a:xfrm>
        </p:grpSpPr>
        <p:sp>
          <p:nvSpPr>
            <p:cNvPr id="194719" name="Line 159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20" name="Text Box 160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194724" name="Group 164"/>
          <p:cNvGrpSpPr>
            <a:grpSpLocks/>
          </p:cNvGrpSpPr>
          <p:nvPr/>
        </p:nvGrpSpPr>
        <p:grpSpPr bwMode="auto">
          <a:xfrm>
            <a:off x="5867405" y="6096002"/>
            <a:ext cx="436563" cy="399928"/>
            <a:chOff x="2160" y="3648"/>
            <a:chExt cx="275" cy="262"/>
          </a:xfrm>
        </p:grpSpPr>
        <p:sp>
          <p:nvSpPr>
            <p:cNvPr id="194725" name="Line 165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26" name="Text Box 166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194727" name="Group 167"/>
          <p:cNvGrpSpPr>
            <a:grpSpLocks/>
          </p:cNvGrpSpPr>
          <p:nvPr/>
        </p:nvGrpSpPr>
        <p:grpSpPr bwMode="auto">
          <a:xfrm>
            <a:off x="6350005" y="6096002"/>
            <a:ext cx="436563" cy="399928"/>
            <a:chOff x="2160" y="3648"/>
            <a:chExt cx="275" cy="262"/>
          </a:xfrm>
        </p:grpSpPr>
        <p:sp>
          <p:nvSpPr>
            <p:cNvPr id="194728" name="Line 168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29" name="Text Box 169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194730" name="Group 170"/>
          <p:cNvGrpSpPr>
            <a:grpSpLocks/>
          </p:cNvGrpSpPr>
          <p:nvPr/>
        </p:nvGrpSpPr>
        <p:grpSpPr bwMode="auto">
          <a:xfrm>
            <a:off x="6807205" y="6096002"/>
            <a:ext cx="436563" cy="399928"/>
            <a:chOff x="2160" y="3648"/>
            <a:chExt cx="275" cy="262"/>
          </a:xfrm>
        </p:grpSpPr>
        <p:sp>
          <p:nvSpPr>
            <p:cNvPr id="194731" name="Line 171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32" name="Text Box 172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5</a:t>
              </a:r>
            </a:p>
          </p:txBody>
        </p:sp>
      </p:grpSp>
      <p:grpSp>
        <p:nvGrpSpPr>
          <p:cNvPr id="194733" name="Group 173"/>
          <p:cNvGrpSpPr>
            <a:grpSpLocks/>
          </p:cNvGrpSpPr>
          <p:nvPr/>
        </p:nvGrpSpPr>
        <p:grpSpPr bwMode="auto">
          <a:xfrm>
            <a:off x="7264405" y="6096002"/>
            <a:ext cx="436563" cy="399928"/>
            <a:chOff x="2160" y="3648"/>
            <a:chExt cx="275" cy="262"/>
          </a:xfrm>
        </p:grpSpPr>
        <p:sp>
          <p:nvSpPr>
            <p:cNvPr id="194734" name="Line 174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35" name="Text Box 175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5</a:t>
              </a:r>
            </a:p>
          </p:txBody>
        </p:sp>
      </p:grpSp>
      <p:grpSp>
        <p:nvGrpSpPr>
          <p:cNvPr id="194736" name="Group 176"/>
          <p:cNvGrpSpPr>
            <a:grpSpLocks/>
          </p:cNvGrpSpPr>
          <p:nvPr/>
        </p:nvGrpSpPr>
        <p:grpSpPr bwMode="auto">
          <a:xfrm>
            <a:off x="7721605" y="6096002"/>
            <a:ext cx="436563" cy="399928"/>
            <a:chOff x="2160" y="3648"/>
            <a:chExt cx="275" cy="262"/>
          </a:xfrm>
        </p:grpSpPr>
        <p:sp>
          <p:nvSpPr>
            <p:cNvPr id="194737" name="Line 177"/>
            <p:cNvSpPr>
              <a:spLocks noChangeShapeType="1"/>
            </p:cNvSpPr>
            <p:nvPr/>
          </p:nvSpPr>
          <p:spPr bwMode="auto">
            <a:xfrm flipV="1">
              <a:off x="2160" y="3648"/>
              <a:ext cx="0" cy="24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4738" name="Text Box 178"/>
            <p:cNvSpPr txBox="1">
              <a:spLocks noChangeArrowheads="1"/>
            </p:cNvSpPr>
            <p:nvPr/>
          </p:nvSpPr>
          <p:spPr bwMode="auto">
            <a:xfrm>
              <a:off x="2160" y="3648"/>
              <a:ext cx="27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q</a:t>
              </a:r>
              <a:r>
                <a:rPr kumimoji="1" lang="en-US" altLang="zh-CN" sz="2000" b="1" i="1" baseline="-25000">
                  <a:solidFill>
                    <a:srgbClr val="800080"/>
                  </a:solidFill>
                  <a:latin typeface="Arial" pitchFamily="34" charset="0"/>
                  <a:ea typeface="宋体" pitchFamily="2" charset="-122"/>
                </a:rPr>
                <a:t>6</a:t>
              </a:r>
            </a:p>
          </p:txBody>
        </p:sp>
      </p:grpSp>
      <p:sp>
        <p:nvSpPr>
          <p:cNvPr id="194739" name="Text Box 179"/>
          <p:cNvSpPr txBox="1">
            <a:spLocks noChangeArrowheads="1"/>
          </p:cNvSpPr>
          <p:nvPr/>
        </p:nvSpPr>
        <p:spPr bwMode="auto">
          <a:xfrm>
            <a:off x="6858000" y="4191001"/>
            <a:ext cx="3352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该图灵机接受的语言为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= 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</a:t>
            </a:r>
            <a:r>
              <a:rPr kumimoji="1" lang="en-US" altLang="zh-CN" sz="2400" b="1" i="1" baseline="3000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400" b="1" i="1" baseline="3000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en-US" altLang="zh-CN" sz="2400" b="1" i="1" baseline="3000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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 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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.</a:t>
            </a:r>
          </a:p>
        </p:txBody>
      </p:sp>
      <p:sp>
        <p:nvSpPr>
          <p:cNvPr id="194740" name="Rectangle 180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4C0F2A3-F93B-CF4A-A76E-80128EAF56B6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05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9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9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9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9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9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19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6" grpId="0" autoUpdateAnimBg="0"/>
      <p:bldP spid="194664" grpId="0" autoUpdateAnimBg="0"/>
      <p:bldP spid="194674" grpId="0" autoUpdateAnimBg="0"/>
      <p:bldP spid="194693" grpId="0" autoUpdateAnimBg="0"/>
      <p:bldP spid="194700" grpId="0" autoUpdateAnimBg="0"/>
      <p:bldP spid="194704" grpId="0" autoUpdateAnimBg="0"/>
      <p:bldP spid="19473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17" name="Text Box 133"/>
          <p:cNvSpPr txBox="1">
            <a:spLocks noChangeArrowheads="1"/>
          </p:cNvSpPr>
          <p:nvPr/>
        </p:nvSpPr>
        <p:spPr bwMode="auto">
          <a:xfrm>
            <a:off x="2590800" y="2362200"/>
            <a:ext cx="28956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有穷状态集</a:t>
            </a:r>
            <a:endParaRPr kumimoji="1" lang="zh-CN" altLang="en-US" sz="2400" b="1" i="1" baseline="-25000" dirty="0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有穷输入符号集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有穷带符号集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转移函数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开始状态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特殊带符：空白符</a:t>
            </a:r>
            <a:endParaRPr kumimoji="1" lang="zh-CN" altLang="en-US" sz="1000" b="1" dirty="0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终态集合</a:t>
            </a:r>
          </a:p>
        </p:txBody>
      </p:sp>
      <p:grpSp>
        <p:nvGrpSpPr>
          <p:cNvPr id="144518" name="Group 134"/>
          <p:cNvGrpSpPr>
            <a:grpSpLocks/>
          </p:cNvGrpSpPr>
          <p:nvPr/>
        </p:nvGrpSpPr>
        <p:grpSpPr bwMode="auto">
          <a:xfrm>
            <a:off x="5257800" y="2286000"/>
            <a:ext cx="762000" cy="304800"/>
            <a:chOff x="2448" y="1968"/>
            <a:chExt cx="864" cy="240"/>
          </a:xfrm>
        </p:grpSpPr>
        <p:sp>
          <p:nvSpPr>
            <p:cNvPr id="144519" name="Line 135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4520" name="Line 136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4521" name="Group 137"/>
          <p:cNvGrpSpPr>
            <a:grpSpLocks/>
          </p:cNvGrpSpPr>
          <p:nvPr/>
        </p:nvGrpSpPr>
        <p:grpSpPr bwMode="auto">
          <a:xfrm>
            <a:off x="5257800" y="2286000"/>
            <a:ext cx="1447800" cy="1295400"/>
            <a:chOff x="2880" y="1968"/>
            <a:chExt cx="1056" cy="576"/>
          </a:xfrm>
        </p:grpSpPr>
        <p:sp>
          <p:nvSpPr>
            <p:cNvPr id="144522" name="Line 138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4523" name="Line 139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4524" name="Group 140"/>
          <p:cNvGrpSpPr>
            <a:grpSpLocks/>
          </p:cNvGrpSpPr>
          <p:nvPr/>
        </p:nvGrpSpPr>
        <p:grpSpPr bwMode="auto">
          <a:xfrm>
            <a:off x="5257800" y="2286000"/>
            <a:ext cx="1828800" cy="1752600"/>
            <a:chOff x="2880" y="1968"/>
            <a:chExt cx="1056" cy="576"/>
          </a:xfrm>
        </p:grpSpPr>
        <p:sp>
          <p:nvSpPr>
            <p:cNvPr id="144525" name="Line 141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4526" name="Line 142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4527" name="Group 143"/>
          <p:cNvGrpSpPr>
            <a:grpSpLocks/>
          </p:cNvGrpSpPr>
          <p:nvPr/>
        </p:nvGrpSpPr>
        <p:grpSpPr bwMode="auto">
          <a:xfrm>
            <a:off x="5257800" y="2286000"/>
            <a:ext cx="2209800" cy="2286000"/>
            <a:chOff x="2880" y="1968"/>
            <a:chExt cx="1056" cy="576"/>
          </a:xfrm>
        </p:grpSpPr>
        <p:sp>
          <p:nvSpPr>
            <p:cNvPr id="144528" name="Line 144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4529" name="Line 145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4530" name="Group 146"/>
          <p:cNvGrpSpPr>
            <a:grpSpLocks/>
          </p:cNvGrpSpPr>
          <p:nvPr/>
        </p:nvGrpSpPr>
        <p:grpSpPr bwMode="auto">
          <a:xfrm>
            <a:off x="5257800" y="2286000"/>
            <a:ext cx="2667000" cy="2743200"/>
            <a:chOff x="2880" y="1968"/>
            <a:chExt cx="1056" cy="576"/>
          </a:xfrm>
        </p:grpSpPr>
        <p:sp>
          <p:nvSpPr>
            <p:cNvPr id="144531" name="Line 147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4532" name="Line 148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144533" name="Text Box 149"/>
          <p:cNvSpPr txBox="1">
            <a:spLocks noChangeArrowheads="1"/>
          </p:cNvSpPr>
          <p:nvPr/>
        </p:nvSpPr>
        <p:spPr bwMode="auto">
          <a:xfrm>
            <a:off x="8839200" y="3533776"/>
            <a:ext cx="14478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0</a:t>
            </a:r>
            <a:r>
              <a:rPr kumimoji="1" lang="en-US" altLang="zh-CN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 </a:t>
            </a: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Q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 "/>
            </a:pPr>
            <a:r>
              <a:rPr kumimoji="1" lang="en-US" altLang="zh-CN" sz="10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  </a:t>
            </a:r>
            <a:endParaRPr kumimoji="1" lang="en-US" altLang="zh-CN" sz="2400" b="1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 – </a:t>
            </a:r>
            <a:endParaRPr kumimoji="1" lang="en-US" altLang="zh-CN" sz="2400" b="1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 "/>
            </a:pPr>
            <a:r>
              <a:rPr kumimoji="1" lang="en-US" altLang="zh-CN" sz="10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F</a:t>
            </a:r>
            <a:r>
              <a:rPr kumimoji="1" lang="en-US" altLang="zh-CN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 </a:t>
            </a: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Q</a:t>
            </a:r>
          </a:p>
        </p:txBody>
      </p:sp>
      <p:sp>
        <p:nvSpPr>
          <p:cNvPr id="144534" name="Rectangle 150"/>
          <p:cNvSpPr>
            <a:spLocks noChangeArrowheads="1"/>
          </p:cNvSpPr>
          <p:nvPr/>
        </p:nvSpPr>
        <p:spPr bwMode="auto">
          <a:xfrm>
            <a:off x="2667000" y="5819775"/>
            <a:ext cx="655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转移函数为偏函数 </a:t>
            </a:r>
            <a:r>
              <a:rPr kumimoji="1" lang="zh-CN" altLang="en-US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 </a:t>
            </a: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:  Q  </a:t>
            </a:r>
            <a:r>
              <a:rPr kumimoji="1" lang="en-US" altLang="zh-CN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   </a:t>
            </a: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Q  </a:t>
            </a:r>
            <a:r>
              <a:rPr kumimoji="1" lang="en-US" altLang="zh-CN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   { </a:t>
            </a:r>
            <a:r>
              <a:rPr kumimoji="1" lang="en-US" altLang="zh-CN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L,R </a:t>
            </a:r>
            <a:r>
              <a:rPr kumimoji="1" lang="en-US" altLang="zh-CN" sz="24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} </a:t>
            </a:r>
          </a:p>
        </p:txBody>
      </p:sp>
      <p:sp>
        <p:nvSpPr>
          <p:cNvPr id="144535" name="Rectangle 151"/>
          <p:cNvSpPr>
            <a:spLocks noChangeArrowheads="1"/>
          </p:cNvSpPr>
          <p:nvPr/>
        </p:nvSpPr>
        <p:spPr bwMode="auto">
          <a:xfrm>
            <a:off x="1981199" y="1371601"/>
            <a:ext cx="917026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形式定义</a:t>
            </a:r>
            <a:r>
              <a:rPr kumimoji="1" lang="zh-CN" altLang="en-US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一个图灵机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TM (Turing machine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是一个七元组 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                                  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= (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Q,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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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, q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, B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, F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kumimoji="1" lang="en-US" altLang="zh-CN" sz="2400" b="1" dirty="0">
                <a:solidFill>
                  <a:srgbClr val="003366"/>
                </a:solidFill>
                <a:latin typeface="Arial" pitchFamily="34" charset="0"/>
                <a:ea typeface="楷体_GB2312" pitchFamily="49" charset="-122"/>
              </a:rPr>
              <a:t>.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</a:t>
            </a:r>
          </a:p>
        </p:txBody>
      </p:sp>
      <p:grpSp>
        <p:nvGrpSpPr>
          <p:cNvPr id="144536" name="Group 152"/>
          <p:cNvGrpSpPr>
            <a:grpSpLocks/>
          </p:cNvGrpSpPr>
          <p:nvPr/>
        </p:nvGrpSpPr>
        <p:grpSpPr bwMode="auto">
          <a:xfrm>
            <a:off x="5257800" y="2286000"/>
            <a:ext cx="1066800" cy="762000"/>
            <a:chOff x="2448" y="1968"/>
            <a:chExt cx="864" cy="240"/>
          </a:xfrm>
        </p:grpSpPr>
        <p:sp>
          <p:nvSpPr>
            <p:cNvPr id="144537" name="Line 153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4538" name="Line 154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4539" name="Group 155"/>
          <p:cNvGrpSpPr>
            <a:grpSpLocks/>
          </p:cNvGrpSpPr>
          <p:nvPr/>
        </p:nvGrpSpPr>
        <p:grpSpPr bwMode="auto">
          <a:xfrm>
            <a:off x="5257800" y="2286000"/>
            <a:ext cx="3124200" cy="3276600"/>
            <a:chOff x="2880" y="1968"/>
            <a:chExt cx="1056" cy="576"/>
          </a:xfrm>
        </p:grpSpPr>
        <p:sp>
          <p:nvSpPr>
            <p:cNvPr id="144540" name="Line 156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4541" name="Line 157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 i="1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144542" name="Rectangle 158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702CAA6-85F3-3745-9D44-8893B8C74BAF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06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4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4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4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4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14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14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14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14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4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0" fill="hold"/>
                                        <p:tgtEl>
                                          <p:spTgt spid="144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0" fill="hold"/>
                                        <p:tgtEl>
                                          <p:spTgt spid="144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517" grpId="0" autoUpdateAnimBg="0"/>
      <p:bldP spid="144533" grpId="0" autoUpdateAnimBg="0"/>
      <p:bldP spid="14453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91" name="Rectangle 7"/>
          <p:cNvSpPr>
            <a:spLocks noChangeArrowheads="1"/>
          </p:cNvSpPr>
          <p:nvPr/>
        </p:nvSpPr>
        <p:spPr bwMode="auto">
          <a:xfrm>
            <a:off x="2286000" y="1157289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举例（续前例）</a:t>
            </a:r>
            <a:endParaRPr kumimoji="1" lang="zh-CN" altLang="en-US" sz="3200" b="1" i="1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</p:txBody>
      </p:sp>
      <p:graphicFrame>
        <p:nvGraphicFramePr>
          <p:cNvPr id="195592" name="Object 8"/>
          <p:cNvGraphicFramePr>
            <a:graphicFrameLocks noChangeAspect="1"/>
          </p:cNvGraphicFramePr>
          <p:nvPr/>
        </p:nvGraphicFramePr>
        <p:xfrm>
          <a:off x="3581400" y="1828800"/>
          <a:ext cx="5867400" cy="295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838840" imgH="2939400" progId="Visio.Drawing.11">
                  <p:embed/>
                </p:oleObj>
              </mc:Choice>
              <mc:Fallback>
                <p:oleObj name="VISIO" r:id="rId2" imgW="5838840" imgH="2939400" progId="Visio.Drawing.11">
                  <p:embed/>
                  <p:pic>
                    <p:nvPicPr>
                      <p:cNvPr id="1955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828800"/>
                        <a:ext cx="5867400" cy="295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94" name="Rectangle 10"/>
          <p:cNvSpPr>
            <a:spLocks noChangeArrowheads="1"/>
          </p:cNvSpPr>
          <p:nvPr/>
        </p:nvSpPr>
        <p:spPr bwMode="auto">
          <a:xfrm>
            <a:off x="3124200" y="4924425"/>
            <a:ext cx="6858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该图灵机的七元组形式为：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(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{q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3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4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5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6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},{0,1,2},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       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{0,1,2,X,Y,Z,B},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B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{q</a:t>
            </a:r>
            <a:r>
              <a:rPr kumimoji="1" lang="en-US" altLang="zh-CN" sz="24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6</a:t>
            </a:r>
            <a:r>
              <a:rPr kumimoji="1" lang="en-US" altLang="zh-CN" sz="24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}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).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转移函数可由上图的转移图形式给出</a:t>
            </a:r>
            <a:r>
              <a:rPr kumimoji="1" lang="en-US" altLang="zh-CN" sz="24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</p:txBody>
      </p:sp>
      <p:sp>
        <p:nvSpPr>
          <p:cNvPr id="195595" name="Rectangle 11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774370-33AD-8F4B-A61B-C27B49122C2D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95" name="Rectangle 203"/>
          <p:cNvSpPr>
            <a:spLocks noChangeArrowheads="1"/>
          </p:cNvSpPr>
          <p:nvPr/>
        </p:nvSpPr>
        <p:spPr bwMode="auto">
          <a:xfrm>
            <a:off x="2286000" y="1157289"/>
            <a:ext cx="670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转移图与转移表</a:t>
            </a:r>
            <a:endParaRPr kumimoji="1" lang="zh-CN" altLang="en-US" sz="3200" b="1" i="1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</p:txBody>
      </p:sp>
      <p:graphicFrame>
        <p:nvGraphicFramePr>
          <p:cNvPr id="161996" name="Object 204"/>
          <p:cNvGraphicFramePr>
            <a:graphicFrameLocks noChangeAspect="1"/>
          </p:cNvGraphicFramePr>
          <p:nvPr/>
        </p:nvGraphicFramePr>
        <p:xfrm>
          <a:off x="5181600" y="1754189"/>
          <a:ext cx="4191000" cy="210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838840" imgH="2939400" progId="Visio.Drawing.11">
                  <p:embed/>
                </p:oleObj>
              </mc:Choice>
              <mc:Fallback>
                <p:oleObj name="VISIO" r:id="rId2" imgW="5838840" imgH="2939400" progId="Visio.Drawing.11">
                  <p:embed/>
                  <p:pic>
                    <p:nvPicPr>
                      <p:cNvPr id="161996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754189"/>
                        <a:ext cx="4191000" cy="210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103" name="Rectangle 311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graphicFrame>
        <p:nvGraphicFramePr>
          <p:cNvPr id="162104" name="Object 312"/>
          <p:cNvGraphicFramePr>
            <a:graphicFrameLocks noChangeAspect="1"/>
          </p:cNvGraphicFramePr>
          <p:nvPr/>
        </p:nvGraphicFramePr>
        <p:xfrm>
          <a:off x="2928939" y="4005263"/>
          <a:ext cx="6911975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342022" imgH="2689250" progId="Visio.Drawing.11">
                  <p:embed/>
                </p:oleObj>
              </mc:Choice>
              <mc:Fallback>
                <p:oleObj name="Visio" r:id="rId4" imgW="7342022" imgH="2689250" progId="Visio.Drawing.11">
                  <p:embed/>
                  <p:pic>
                    <p:nvPicPr>
                      <p:cNvPr id="162104" name="Object 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9" y="4005263"/>
                        <a:ext cx="6911975" cy="255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F05E325-B38E-2D49-9689-6822A2D3D102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08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5" name="Rectangle 7"/>
          <p:cNvSpPr>
            <a:spLocks noChangeArrowheads="1"/>
          </p:cNvSpPr>
          <p:nvPr/>
        </p:nvSpPr>
        <p:spPr bwMode="auto">
          <a:xfrm>
            <a:off x="2208213" y="1268413"/>
            <a:ext cx="8280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用</a:t>
            </a:r>
            <a:r>
              <a:rPr kumimoji="1" lang="en-US" altLang="zh-CN" sz="2800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ID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instantaneous descriptions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  <a:r>
              <a:rPr kumimoji="1" lang="zh-CN" altLang="en-US" sz="2800" b="1" dirty="0">
                <a:solidFill>
                  <a:srgbClr val="333399"/>
                </a:solidFill>
                <a:latin typeface="Times New Roman" pitchFamily="18" charset="0"/>
                <a:ea typeface="楷体_GB2312" pitchFamily="49" charset="-122"/>
              </a:rPr>
              <a:t>表达</a:t>
            </a:r>
            <a:r>
              <a:rPr kumimoji="1" lang="zh-CN" altLang="en-US" sz="2800" b="1" dirty="0">
                <a:solidFill>
                  <a:srgbClr val="800080"/>
                </a:solidFill>
                <a:latin typeface="Times New Roman" pitchFamily="18" charset="0"/>
                <a:ea typeface="楷体_GB2312" pitchFamily="49" charset="-122"/>
              </a:rPr>
              <a:t>瞬时描述</a:t>
            </a:r>
          </a:p>
        </p:txBody>
      </p:sp>
      <p:sp>
        <p:nvSpPr>
          <p:cNvPr id="196620" name="Rectangle 12"/>
          <p:cNvSpPr>
            <a:spLocks noChangeArrowheads="1"/>
          </p:cNvSpPr>
          <p:nvPr/>
        </p:nvSpPr>
        <p:spPr bwMode="auto">
          <a:xfrm>
            <a:off x="2209800" y="2036764"/>
            <a:ext cx="813435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  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图灵机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(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Q,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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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q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B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F 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的瞬时描述用字符串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i-1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qX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i+1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表示，称为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ID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，其中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1.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</a:t>
            </a:r>
            <a:r>
              <a:rPr kumimoji="1" lang="en-US" altLang="zh-CN" sz="24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kumimoji="1" lang="en-US" altLang="zh-CN" sz="24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为当前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的状态；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2.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当前带的头正在扫描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；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3.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4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为当前带中最左端的非空白符号与最右端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的非空白符号之间的带符号串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有两个例外，即当带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头位于最左端非空白符号的左边时，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4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的某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个前缀部分为空白符号串；当带头位于最右端非空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白符号的右边时，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4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的某个后缀部分为空白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 符号串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</p:txBody>
      </p:sp>
      <p:sp>
        <p:nvSpPr>
          <p:cNvPr id="196623" name="Rectangle 15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1F4C6F-4EB8-F74B-8725-1437CEA6C7DB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09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4" name="Rectangle 12"/>
          <p:cNvSpPr>
            <a:spLocks noChangeArrowheads="1"/>
          </p:cNvSpPr>
          <p:nvPr/>
        </p:nvSpPr>
        <p:spPr bwMode="auto">
          <a:xfrm>
            <a:off x="2209800" y="1310532"/>
            <a:ext cx="8001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Font typeface="Wingdings" pitchFamily="2" charset="2"/>
              <a:buChar char="²"/>
            </a:pP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给定图灵机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= (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Q,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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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q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B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F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)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，定义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ID’s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之间的转移关系</a:t>
            </a:r>
            <a:r>
              <a:rPr kumimoji="1" lang="zh-CN" altLang="en-US" sz="20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如下：</a:t>
            </a:r>
          </a:p>
        </p:txBody>
      </p:sp>
      <p:sp>
        <p:nvSpPr>
          <p:cNvPr id="197645" name="Rectangle 13"/>
          <p:cNvSpPr>
            <a:spLocks noChangeArrowheads="1"/>
          </p:cNvSpPr>
          <p:nvPr/>
        </p:nvSpPr>
        <p:spPr bwMode="auto">
          <a:xfrm>
            <a:off x="2209800" y="2209800"/>
            <a:ext cx="8153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</a:pP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1. 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设 </a:t>
            </a:r>
            <a:r>
              <a:rPr kumimoji="1" lang="zh-CN" altLang="en-US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(q,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)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(p, Y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L )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，则有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i+1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i-2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pX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YX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i+1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但有如下两个例外</a:t>
            </a:r>
            <a:r>
              <a:rPr kumimoji="1" lang="zh-CN" altLang="en-US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：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（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=1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时，  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pBYX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，和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（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=n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及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Y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B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时，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n-2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pX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n-1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</p:txBody>
      </p:sp>
      <p:sp>
        <p:nvSpPr>
          <p:cNvPr id="197646" name="Rectangle 14"/>
          <p:cNvSpPr>
            <a:spLocks noChangeArrowheads="1"/>
          </p:cNvSpPr>
          <p:nvPr/>
        </p:nvSpPr>
        <p:spPr bwMode="auto">
          <a:xfrm>
            <a:off x="2209800" y="6021288"/>
            <a:ext cx="815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Font typeface="Wingdings" pitchFamily="2" charset="2"/>
              <a:buChar char="²"/>
            </a:pP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上述关系</a:t>
            </a:r>
            <a:r>
              <a:rPr kumimoji="1" lang="zh-CN" altLang="en-US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的零步或多步转移记为</a:t>
            </a:r>
            <a:r>
              <a:rPr kumimoji="1" lang="zh-CN" altLang="en-US" sz="20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├*</a:t>
            </a:r>
            <a:r>
              <a:rPr kumimoji="1" lang="en-US" altLang="zh-CN" sz="2400" b="1" i="1" baseline="-25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M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（或</a:t>
            </a:r>
            <a:r>
              <a:rPr kumimoji="1" lang="zh-CN" altLang="en-US" sz="20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├*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</p:txBody>
      </p:sp>
      <p:sp>
        <p:nvSpPr>
          <p:cNvPr id="197647" name="Rectangle 15"/>
          <p:cNvSpPr>
            <a:spLocks noChangeArrowheads="1"/>
          </p:cNvSpPr>
          <p:nvPr/>
        </p:nvSpPr>
        <p:spPr bwMode="auto">
          <a:xfrm>
            <a:off x="2209800" y="4038600"/>
            <a:ext cx="8153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</a:pP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2. 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设 </a:t>
            </a:r>
            <a:r>
              <a:rPr kumimoji="1" lang="zh-CN" altLang="en-US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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(q,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)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(p, Y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, R )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，则有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i+1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YpX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i+1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但有如下两个例外</a:t>
            </a:r>
            <a:r>
              <a:rPr kumimoji="1" lang="zh-CN" altLang="en-US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：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（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=n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时，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YpB</a:t>
            </a:r>
            <a:r>
              <a:rPr kumimoji="1" lang="en-US" altLang="zh-CN" sz="20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，和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 （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）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i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=1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及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Y</a:t>
            </a:r>
            <a:r>
              <a:rPr kumimoji="1" lang="en-US" altLang="zh-CN" sz="20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=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B</a:t>
            </a:r>
            <a:r>
              <a:rPr kumimoji="1" lang="en-US" altLang="zh-CN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时，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qX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</a:t>
            </a:r>
            <a:r>
              <a:rPr kumimoji="1" lang="en-US" altLang="zh-CN" sz="20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000" b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pX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…X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n-1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</p:txBody>
      </p:sp>
      <p:sp>
        <p:nvSpPr>
          <p:cNvPr id="197648" name="Rectangle 16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DBD503-A941-8B4E-A252-EDF9E6DE9F63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10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9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9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45" grpId="0" autoUpdateAnimBg="0"/>
      <p:bldP spid="197646" grpId="0" autoUpdateAnimBg="0"/>
      <p:bldP spid="19764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71" name="Rectangle 15"/>
          <p:cNvSpPr>
            <a:spLocks noChangeArrowheads="1"/>
          </p:cNvSpPr>
          <p:nvPr/>
        </p:nvSpPr>
        <p:spPr bwMode="auto">
          <a:xfrm>
            <a:off x="2133600" y="1143000"/>
            <a:ext cx="6705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举例（续前例）</a:t>
            </a:r>
            <a:endParaRPr kumimoji="1" lang="zh-CN" altLang="en-US" sz="3200" b="1" i="1">
              <a:solidFill>
                <a:srgbClr val="800080"/>
              </a:solidFill>
              <a:latin typeface="Arial" pitchFamily="34" charset="0"/>
              <a:ea typeface="楷体_GB2312" pitchFamily="49" charset="-122"/>
            </a:endParaRPr>
          </a:p>
        </p:txBody>
      </p:sp>
      <p:graphicFrame>
        <p:nvGraphicFramePr>
          <p:cNvPr id="198672" name="Object 16"/>
          <p:cNvGraphicFramePr>
            <a:graphicFrameLocks noChangeAspect="1"/>
          </p:cNvGraphicFramePr>
          <p:nvPr/>
        </p:nvGraphicFramePr>
        <p:xfrm>
          <a:off x="3200400" y="1905000"/>
          <a:ext cx="5715000" cy="287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838840" imgH="2939400" progId="Visio.Drawing.11">
                  <p:embed/>
                </p:oleObj>
              </mc:Choice>
              <mc:Fallback>
                <p:oleObj name="VISIO" r:id="rId3" imgW="5838840" imgH="2939400" progId="Visio.Drawing.11">
                  <p:embed/>
                  <p:pic>
                    <p:nvPicPr>
                      <p:cNvPr id="1986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05000"/>
                        <a:ext cx="5715000" cy="287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73" name="Text Box 17"/>
          <p:cNvSpPr txBox="1">
            <a:spLocks noChangeArrowheads="1"/>
          </p:cNvSpPr>
          <p:nvPr/>
        </p:nvSpPr>
        <p:spPr bwMode="auto">
          <a:xfrm>
            <a:off x="6934200" y="3657601"/>
            <a:ext cx="3657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对于输入字符串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001122</a:t>
            </a: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，该图灵机可以有如下转移步：</a:t>
            </a:r>
          </a:p>
        </p:txBody>
      </p:sp>
      <p:sp>
        <p:nvSpPr>
          <p:cNvPr id="198674" name="Rectangle 18"/>
          <p:cNvSpPr>
            <a:spLocks noChangeArrowheads="1"/>
          </p:cNvSpPr>
          <p:nvPr/>
        </p:nvSpPr>
        <p:spPr bwMode="auto">
          <a:xfrm>
            <a:off x="2133601" y="5011739"/>
            <a:ext cx="1279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001122</a:t>
            </a:r>
            <a:endParaRPr kumimoji="1" lang="en-US" altLang="zh-CN" sz="2000" b="1" dirty="0">
              <a:solidFill>
                <a:srgbClr val="33339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98675" name="Rectangle 19"/>
          <p:cNvSpPr>
            <a:spLocks noChangeArrowheads="1"/>
          </p:cNvSpPr>
          <p:nvPr/>
        </p:nvSpPr>
        <p:spPr bwMode="auto">
          <a:xfrm>
            <a:off x="3271838" y="4970464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</a:p>
        </p:txBody>
      </p:sp>
      <p:sp>
        <p:nvSpPr>
          <p:cNvPr id="198676" name="Rectangle 20"/>
          <p:cNvSpPr>
            <a:spLocks noChangeArrowheads="1"/>
          </p:cNvSpPr>
          <p:nvPr/>
        </p:nvSpPr>
        <p:spPr bwMode="auto">
          <a:xfrm>
            <a:off x="3857626" y="4997451"/>
            <a:ext cx="1323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01122</a:t>
            </a:r>
            <a:endParaRPr kumimoji="1" lang="en-US" altLang="zh-CN" sz="2000" b="1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98681" name="Rectangle 25"/>
          <p:cNvSpPr>
            <a:spLocks noChangeArrowheads="1"/>
          </p:cNvSpPr>
          <p:nvPr/>
        </p:nvSpPr>
        <p:spPr bwMode="auto">
          <a:xfrm>
            <a:off x="5024438" y="4984751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</a:p>
        </p:txBody>
      </p:sp>
      <p:sp>
        <p:nvSpPr>
          <p:cNvPr id="198682" name="Rectangle 26"/>
          <p:cNvSpPr>
            <a:spLocks noChangeArrowheads="1"/>
          </p:cNvSpPr>
          <p:nvPr/>
        </p:nvSpPr>
        <p:spPr bwMode="auto">
          <a:xfrm>
            <a:off x="5610226" y="5011739"/>
            <a:ext cx="1323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X0q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1122</a:t>
            </a:r>
          </a:p>
        </p:txBody>
      </p:sp>
      <p:sp>
        <p:nvSpPr>
          <p:cNvPr id="198683" name="Rectangle 27"/>
          <p:cNvSpPr>
            <a:spLocks noChangeArrowheads="1"/>
          </p:cNvSpPr>
          <p:nvPr/>
        </p:nvSpPr>
        <p:spPr bwMode="auto">
          <a:xfrm>
            <a:off x="6777038" y="4968876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</a:p>
        </p:txBody>
      </p:sp>
      <p:sp>
        <p:nvSpPr>
          <p:cNvPr id="198684" name="Rectangle 28"/>
          <p:cNvSpPr>
            <a:spLocks noChangeArrowheads="1"/>
          </p:cNvSpPr>
          <p:nvPr/>
        </p:nvSpPr>
        <p:spPr bwMode="auto">
          <a:xfrm>
            <a:off x="7315200" y="4984751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X0Yq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122</a:t>
            </a:r>
          </a:p>
        </p:txBody>
      </p:sp>
      <p:sp>
        <p:nvSpPr>
          <p:cNvPr id="198685" name="Rectangle 29"/>
          <p:cNvSpPr>
            <a:spLocks noChangeArrowheads="1"/>
          </p:cNvSpPr>
          <p:nvPr/>
        </p:nvSpPr>
        <p:spPr bwMode="auto">
          <a:xfrm>
            <a:off x="8529638" y="4953001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M</a:t>
            </a:r>
          </a:p>
        </p:txBody>
      </p:sp>
      <p:sp>
        <p:nvSpPr>
          <p:cNvPr id="198686" name="Rectangle 30"/>
          <p:cNvSpPr>
            <a:spLocks noChangeArrowheads="1"/>
          </p:cNvSpPr>
          <p:nvPr/>
        </p:nvSpPr>
        <p:spPr bwMode="auto">
          <a:xfrm>
            <a:off x="9067800" y="4968876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X0Y1q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22</a:t>
            </a:r>
          </a:p>
        </p:txBody>
      </p:sp>
      <p:sp>
        <p:nvSpPr>
          <p:cNvPr id="198687" name="Rectangle 31"/>
          <p:cNvSpPr>
            <a:spLocks noChangeArrowheads="1"/>
          </p:cNvSpPr>
          <p:nvPr/>
        </p:nvSpPr>
        <p:spPr bwMode="auto">
          <a:xfrm>
            <a:off x="2667001" y="5376864"/>
            <a:ext cx="690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688" name="Rectangle 32"/>
          <p:cNvSpPr>
            <a:spLocks noChangeArrowheads="1"/>
          </p:cNvSpPr>
          <p:nvPr/>
        </p:nvSpPr>
        <p:spPr bwMode="auto">
          <a:xfrm>
            <a:off x="3205163" y="5392739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X0Yq</a:t>
            </a:r>
            <a:r>
              <a:rPr kumimoji="1" lang="en-US" altLang="zh-CN" sz="2000" b="1" i="1" baseline="-25000" dirty="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</a:t>
            </a:r>
            <a:r>
              <a:rPr kumimoji="1" lang="en-US" altLang="zh-CN" sz="2000" b="1" i="1" dirty="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1Z2</a:t>
            </a:r>
          </a:p>
        </p:txBody>
      </p:sp>
      <p:sp>
        <p:nvSpPr>
          <p:cNvPr id="198689" name="Rectangle 33"/>
          <p:cNvSpPr>
            <a:spLocks noChangeArrowheads="1"/>
          </p:cNvSpPr>
          <p:nvPr/>
        </p:nvSpPr>
        <p:spPr bwMode="auto">
          <a:xfrm>
            <a:off x="4414838" y="5376864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├*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690" name="Rectangle 34"/>
          <p:cNvSpPr>
            <a:spLocks noChangeArrowheads="1"/>
          </p:cNvSpPr>
          <p:nvPr/>
        </p:nvSpPr>
        <p:spPr bwMode="auto">
          <a:xfrm>
            <a:off x="5029200" y="5392739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X0Y1Z2</a:t>
            </a:r>
          </a:p>
        </p:txBody>
      </p:sp>
      <p:sp>
        <p:nvSpPr>
          <p:cNvPr id="198691" name="Rectangle 35"/>
          <p:cNvSpPr>
            <a:spLocks noChangeArrowheads="1"/>
          </p:cNvSpPr>
          <p:nvPr/>
        </p:nvSpPr>
        <p:spPr bwMode="auto">
          <a:xfrm>
            <a:off x="6243638" y="5332414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692" name="Rectangle 36"/>
          <p:cNvSpPr>
            <a:spLocks noChangeArrowheads="1"/>
          </p:cNvSpPr>
          <p:nvPr/>
        </p:nvSpPr>
        <p:spPr bwMode="auto">
          <a:xfrm>
            <a:off x="6781800" y="5392739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0Y1Z2</a:t>
            </a:r>
          </a:p>
        </p:txBody>
      </p:sp>
      <p:sp>
        <p:nvSpPr>
          <p:cNvPr id="198693" name="Rectangle 37"/>
          <p:cNvSpPr>
            <a:spLocks noChangeArrowheads="1"/>
          </p:cNvSpPr>
          <p:nvPr/>
        </p:nvSpPr>
        <p:spPr bwMode="auto">
          <a:xfrm>
            <a:off x="7996238" y="5392739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├*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694" name="Rectangle 38"/>
          <p:cNvSpPr>
            <a:spLocks noChangeArrowheads="1"/>
          </p:cNvSpPr>
          <p:nvPr/>
        </p:nvSpPr>
        <p:spPr bwMode="auto">
          <a:xfrm>
            <a:off x="8610600" y="5392739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XXYYZq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2</a:t>
            </a:r>
          </a:p>
        </p:txBody>
      </p:sp>
      <p:sp>
        <p:nvSpPr>
          <p:cNvPr id="198695" name="Rectangle 39"/>
          <p:cNvSpPr>
            <a:spLocks noChangeArrowheads="1"/>
          </p:cNvSpPr>
          <p:nvPr/>
        </p:nvSpPr>
        <p:spPr bwMode="auto">
          <a:xfrm>
            <a:off x="2662238" y="5713414"/>
            <a:ext cx="690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696" name="Rectangle 40"/>
          <p:cNvSpPr>
            <a:spLocks noChangeArrowheads="1"/>
          </p:cNvSpPr>
          <p:nvPr/>
        </p:nvSpPr>
        <p:spPr bwMode="auto">
          <a:xfrm>
            <a:off x="3200400" y="5773739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XXYYq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ZZ</a:t>
            </a:r>
          </a:p>
        </p:txBody>
      </p:sp>
      <p:sp>
        <p:nvSpPr>
          <p:cNvPr id="198697" name="Rectangle 41"/>
          <p:cNvSpPr>
            <a:spLocks noChangeArrowheads="1"/>
          </p:cNvSpPr>
          <p:nvPr/>
        </p:nvSpPr>
        <p:spPr bwMode="auto">
          <a:xfrm>
            <a:off x="4419601" y="5773739"/>
            <a:ext cx="690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├*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698" name="Rectangle 42"/>
          <p:cNvSpPr>
            <a:spLocks noChangeArrowheads="1"/>
          </p:cNvSpPr>
          <p:nvPr/>
        </p:nvSpPr>
        <p:spPr bwMode="auto">
          <a:xfrm>
            <a:off x="5029200" y="5789614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3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XYYZZ</a:t>
            </a:r>
          </a:p>
        </p:txBody>
      </p:sp>
      <p:sp>
        <p:nvSpPr>
          <p:cNvPr id="198699" name="Rectangle 43"/>
          <p:cNvSpPr>
            <a:spLocks noChangeArrowheads="1"/>
          </p:cNvSpPr>
          <p:nvPr/>
        </p:nvSpPr>
        <p:spPr bwMode="auto">
          <a:xfrm>
            <a:off x="6248401" y="5713414"/>
            <a:ext cx="690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700" name="Rectangle 44"/>
          <p:cNvSpPr>
            <a:spLocks noChangeArrowheads="1"/>
          </p:cNvSpPr>
          <p:nvPr/>
        </p:nvSpPr>
        <p:spPr bwMode="auto">
          <a:xfrm>
            <a:off x="6781800" y="5773739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XXq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0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YYZZ</a:t>
            </a:r>
          </a:p>
        </p:txBody>
      </p:sp>
      <p:sp>
        <p:nvSpPr>
          <p:cNvPr id="198701" name="Rectangle 45"/>
          <p:cNvSpPr>
            <a:spLocks noChangeArrowheads="1"/>
          </p:cNvSpPr>
          <p:nvPr/>
        </p:nvSpPr>
        <p:spPr bwMode="auto">
          <a:xfrm>
            <a:off x="8001001" y="5773739"/>
            <a:ext cx="690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├*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702" name="Rectangle 46"/>
          <p:cNvSpPr>
            <a:spLocks noChangeArrowheads="1"/>
          </p:cNvSpPr>
          <p:nvPr/>
        </p:nvSpPr>
        <p:spPr bwMode="auto">
          <a:xfrm>
            <a:off x="8610600" y="5773739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XXYYq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4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ZZ</a:t>
            </a:r>
          </a:p>
        </p:txBody>
      </p:sp>
      <p:sp>
        <p:nvSpPr>
          <p:cNvPr id="198703" name="Rectangle 47"/>
          <p:cNvSpPr>
            <a:spLocks noChangeArrowheads="1"/>
          </p:cNvSpPr>
          <p:nvPr/>
        </p:nvSpPr>
        <p:spPr bwMode="auto">
          <a:xfrm>
            <a:off x="2667001" y="6096001"/>
            <a:ext cx="690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704" name="Rectangle 48"/>
          <p:cNvSpPr>
            <a:spLocks noChangeArrowheads="1"/>
          </p:cNvSpPr>
          <p:nvPr/>
        </p:nvSpPr>
        <p:spPr bwMode="auto">
          <a:xfrm>
            <a:off x="3200400" y="6156326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XXYYZq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5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Z</a:t>
            </a:r>
          </a:p>
        </p:txBody>
      </p:sp>
      <p:sp>
        <p:nvSpPr>
          <p:cNvPr id="198705" name="Rectangle 49"/>
          <p:cNvSpPr>
            <a:spLocks noChangeArrowheads="1"/>
          </p:cNvSpPr>
          <p:nvPr/>
        </p:nvSpPr>
        <p:spPr bwMode="auto">
          <a:xfrm>
            <a:off x="4495801" y="6096001"/>
            <a:ext cx="690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706" name="Rectangle 50"/>
          <p:cNvSpPr>
            <a:spLocks noChangeArrowheads="1"/>
          </p:cNvSpPr>
          <p:nvPr/>
        </p:nvSpPr>
        <p:spPr bwMode="auto">
          <a:xfrm>
            <a:off x="5029200" y="6156326"/>
            <a:ext cx="1752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XXYYZZq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5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B</a:t>
            </a:r>
          </a:p>
        </p:txBody>
      </p:sp>
      <p:sp>
        <p:nvSpPr>
          <p:cNvPr id="198707" name="Rectangle 51"/>
          <p:cNvSpPr>
            <a:spLocks noChangeArrowheads="1"/>
          </p:cNvSpPr>
          <p:nvPr/>
        </p:nvSpPr>
        <p:spPr bwMode="auto">
          <a:xfrm>
            <a:off x="6477001" y="6096001"/>
            <a:ext cx="690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├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M</a:t>
            </a:r>
          </a:p>
        </p:txBody>
      </p:sp>
      <p:sp>
        <p:nvSpPr>
          <p:cNvPr id="198708" name="Rectangle 52"/>
          <p:cNvSpPr>
            <a:spLocks noChangeArrowheads="1"/>
          </p:cNvSpPr>
          <p:nvPr/>
        </p:nvSpPr>
        <p:spPr bwMode="auto">
          <a:xfrm>
            <a:off x="7010400" y="6156326"/>
            <a:ext cx="1905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XXYYZZBq</a:t>
            </a:r>
            <a:r>
              <a:rPr kumimoji="1" lang="en-US" altLang="zh-CN" sz="2000" b="1" i="1" baseline="-25000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6</a:t>
            </a:r>
            <a:r>
              <a:rPr kumimoji="1" lang="en-US" altLang="zh-CN" sz="2000" b="1" i="1">
                <a:solidFill>
                  <a:srgbClr val="333399"/>
                </a:solidFill>
                <a:latin typeface="Arial" pitchFamily="34" charset="0"/>
                <a:ea typeface="华文行楷" pitchFamily="2" charset="-122"/>
              </a:rPr>
              <a:t>B</a:t>
            </a:r>
          </a:p>
        </p:txBody>
      </p:sp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93668" y="195263"/>
            <a:ext cx="4801314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图灵机的概念与定义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11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9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9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9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9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9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9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9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9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9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19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19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19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19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19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19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19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1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1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1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500"/>
                                        <p:tgtEl>
                                          <p:spTgt spid="19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7" dur="500"/>
                                        <p:tgtEl>
                                          <p:spTgt spid="19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19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7" dur="500"/>
                                        <p:tgtEl>
                                          <p:spTgt spid="19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2" dur="500"/>
                                        <p:tgtEl>
                                          <p:spTgt spid="1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500"/>
                                        <p:tgtEl>
                                          <p:spTgt spid="1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1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7" dur="500"/>
                                        <p:tgtEl>
                                          <p:spTgt spid="1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2" dur="500"/>
                                        <p:tgtEl>
                                          <p:spTgt spid="1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7" dur="500"/>
                                        <p:tgtEl>
                                          <p:spTgt spid="1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2" dur="500"/>
                                        <p:tgtEl>
                                          <p:spTgt spid="19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3" grpId="0" autoUpdateAnimBg="0"/>
      <p:bldP spid="198674" grpId="0" autoUpdateAnimBg="0"/>
      <p:bldP spid="198675" grpId="0" autoUpdateAnimBg="0"/>
      <p:bldP spid="198676" grpId="0" autoUpdateAnimBg="0"/>
      <p:bldP spid="198681" grpId="0" autoUpdateAnimBg="0"/>
      <p:bldP spid="198682" grpId="0" autoUpdateAnimBg="0"/>
      <p:bldP spid="198683" grpId="0" autoUpdateAnimBg="0"/>
      <p:bldP spid="198684" grpId="0" autoUpdateAnimBg="0"/>
      <p:bldP spid="198685" grpId="0" autoUpdateAnimBg="0"/>
      <p:bldP spid="198686" grpId="0" autoUpdateAnimBg="0"/>
      <p:bldP spid="198687" grpId="0" autoUpdateAnimBg="0"/>
      <p:bldP spid="198688" grpId="0" autoUpdateAnimBg="0"/>
      <p:bldP spid="198689" grpId="0" autoUpdateAnimBg="0"/>
      <p:bldP spid="198690" grpId="0" autoUpdateAnimBg="0"/>
      <p:bldP spid="198691" grpId="0" autoUpdateAnimBg="0"/>
      <p:bldP spid="198692" grpId="0" autoUpdateAnimBg="0"/>
      <p:bldP spid="198693" grpId="0" autoUpdateAnimBg="0"/>
      <p:bldP spid="198694" grpId="0" autoUpdateAnimBg="0"/>
      <p:bldP spid="198695" grpId="0" autoUpdateAnimBg="0"/>
      <p:bldP spid="198696" grpId="0" autoUpdateAnimBg="0"/>
      <p:bldP spid="198697" grpId="0" autoUpdateAnimBg="0"/>
      <p:bldP spid="198698" grpId="0" autoUpdateAnimBg="0"/>
      <p:bldP spid="198699" grpId="0" autoUpdateAnimBg="0"/>
      <p:bldP spid="198700" grpId="0" autoUpdateAnimBg="0"/>
      <p:bldP spid="198701" grpId="0" autoUpdateAnimBg="0"/>
      <p:bldP spid="198702" grpId="0" autoUpdateAnimBg="0"/>
      <p:bldP spid="198703" grpId="0" autoUpdateAnimBg="0"/>
      <p:bldP spid="198704" grpId="0" autoUpdateAnimBg="0"/>
      <p:bldP spid="198705" grpId="0" autoUpdateAnimBg="0"/>
      <p:bldP spid="198706" grpId="0" autoUpdateAnimBg="0"/>
      <p:bldP spid="198707" grpId="0" autoUpdateAnimBg="0"/>
      <p:bldP spid="19870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2AE279-1760-4D6F-B11A-A8C91BB3425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若输入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00112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，该图灵机会在哪个状态停机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199DDC-A3A3-4F10-B3A5-19C0FDB456E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EC8CAA-2F9A-4FEA-97F3-5CC7D053A5D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091C47-8C9F-4AA2-BC2D-5C9BC7F9417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6BC8F7-CCAF-4460-812B-3FAF16A1274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209C589-1705-49A7-9388-CE98BA07CB7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0D3CA9C-9927-4512-9250-6F5C1762F3F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C2ADAAA-9ADD-4960-9695-F4C89E6C90E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C586D13-AF65-4831-B077-78FC8559BF5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8C86C3C-4B28-4407-B5B1-32C89CC0984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0" name="Object 16">
            <a:extLst>
              <a:ext uri="{FF2B5EF4-FFF2-40B4-BE49-F238E27FC236}">
                <a16:creationId xmlns:a16="http://schemas.microsoft.com/office/drawing/2014/main" id="{67494E9C-8296-461D-9DA2-D7C6D4201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510767"/>
              </p:ext>
            </p:extLst>
          </p:nvPr>
        </p:nvGraphicFramePr>
        <p:xfrm>
          <a:off x="4271089" y="2291027"/>
          <a:ext cx="7366246" cy="3709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9" imgW="5838840" imgH="2939400" progId="Visio.Drawing.11">
                  <p:embed/>
                </p:oleObj>
              </mc:Choice>
              <mc:Fallback>
                <p:oleObj name="VISIO" r:id="rId19" imgW="5838840" imgH="2939400" progId="Visio.Drawing.11">
                  <p:embed/>
                  <p:pic>
                    <p:nvPicPr>
                      <p:cNvPr id="20" name="Object 16">
                        <a:extLst>
                          <a:ext uri="{FF2B5EF4-FFF2-40B4-BE49-F238E27FC236}">
                            <a16:creationId xmlns:a16="http://schemas.microsoft.com/office/drawing/2014/main" id="{67494E9C-8296-461D-9DA2-D7C6D42014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089" y="2291027"/>
                        <a:ext cx="7366246" cy="3709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FE4275BD-0EFA-482F-8B63-1AB530D937A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687A84A-3B53-4F59-86BF-7A2188CEE0B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EFCA4FC-F8B7-41D8-B421-AF7A37664AE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6B25D274-E27E-43DA-B94F-93C3585BC0E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0C27724-94E8-49E3-BFFA-B991FB5EDF2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BA2BD95-1153-4886-B3B3-9CA2437F5EA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4954209"/>
      </p:ext>
    </p:extLst>
  </p:cSld>
  <p:clrMapOvr>
    <a:masterClrMapping/>
  </p:clrMapOvr>
  <p:transition spd="med" advClick="0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12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61" name="组合 60">
            <a:extLst>
              <a:ext uri="{FF2B5EF4-FFF2-40B4-BE49-F238E27FC236}">
                <a16:creationId xmlns:a16="http://schemas.microsoft.com/office/drawing/2014/main" id="{3112B87C-838B-A344-9A29-41FE83E2960C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A1DFA11-CB8C-E14F-9F0D-E4AD785F6B30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DC1ADD0-03F8-4040-B648-BF9DC1BC2475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6C56303F-50DD-0042-8122-C813363A2ED8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7C7AD74-2957-174B-B01F-AEF7929BCEB3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AB3C8F1A-8A32-BC4C-9969-8D9C0E5B9B20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563D9F2-5241-9243-B6EE-EDA42314A435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E16DCB2-62FD-6C49-9B1E-F0E3C1E9D489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7F3D0C60-19D4-EE46-9F13-85E587C0BB39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D7102AFC-9F37-B84A-993A-6B7FC21EE6BD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D38A1E6F-87DA-2541-B18D-D25511CBA878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24BB7C38-ADCA-4D48-B2A6-B129DA1A0860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C83CAACA-A738-6F4C-891C-28260DC675C0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E98E1183-B6AF-D04B-859E-25B50DD3F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86AB8EE4-5673-3447-B545-242E9550D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47612C3B-51A2-694F-9BAC-0E9B82154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F8ED8BCA-ABC0-214B-A848-C93520BFA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5539006D-1019-7D42-A78C-1B893937E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3022" y="4071343"/>
              <a:ext cx="203200" cy="317500"/>
            </a:xfrm>
            <a:prstGeom prst="rect">
              <a:avLst/>
            </a:pr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A663A4D7-26D6-D241-8D3B-9A33ED41A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7775B76F-8459-4843-9269-80B330F79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7B07263B-9666-B54B-91A6-283A410CC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9856" y="4077693"/>
              <a:ext cx="152400" cy="304800"/>
            </a:xfrm>
            <a:prstGeom prst="rect">
              <a:avLst/>
            </a:prstGeom>
          </p:spPr>
        </p:pic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34B3DA28-2006-7C49-B3E2-89AAFE8E6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0C0D3259-6450-D142-97AF-0F1334C0E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84" name="直线箭头连接符 83">
              <a:extLst>
                <a:ext uri="{FF2B5EF4-FFF2-40B4-BE49-F238E27FC236}">
                  <a16:creationId xmlns:a16="http://schemas.microsoft.com/office/drawing/2014/main" id="{B038BD2F-5585-B344-9D2A-F0050814085B}"/>
                </a:ext>
              </a:extLst>
            </p:cNvPr>
            <p:cNvCxnSpPr/>
            <p:nvPr/>
          </p:nvCxnSpPr>
          <p:spPr bwMode="auto">
            <a:xfrm flipV="1">
              <a:off x="2931477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4986833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12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84" name="组合 83">
            <a:extLst>
              <a:ext uri="{FF2B5EF4-FFF2-40B4-BE49-F238E27FC236}">
                <a16:creationId xmlns:a16="http://schemas.microsoft.com/office/drawing/2014/main" id="{C8DD69B5-7DA1-F847-BB65-77D01414CE71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4E4C6E42-9333-3C46-A63E-3FB12AFB76FD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9E56C542-8DB7-374C-AE6C-0F8EBA63A537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58DD340F-C1F3-DB48-968E-8F4676B82DD0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79E64732-B0F4-AF4F-8458-D6B234172EFB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EFC27815-AF67-3D41-AAF5-FFB1D8228BAA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A0697D60-EEC8-FD40-9523-C05F989496EF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34B2BEAA-7903-0448-8E04-2ABABBB9625A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430D7A9C-5DB5-114E-9FDD-9EE766CB6E5F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93" name="直线连接符 92">
              <a:extLst>
                <a:ext uri="{FF2B5EF4-FFF2-40B4-BE49-F238E27FC236}">
                  <a16:creationId xmlns:a16="http://schemas.microsoft.com/office/drawing/2014/main" id="{FBB485EE-B5AF-5A4C-9216-1B97A05C51DB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94856F01-B795-D941-AD42-206C552B358C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线连接符 94">
              <a:extLst>
                <a:ext uri="{FF2B5EF4-FFF2-40B4-BE49-F238E27FC236}">
                  <a16:creationId xmlns:a16="http://schemas.microsoft.com/office/drawing/2014/main" id="{0C03711D-FE1B-D341-8A84-F2C8EC8570CA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2A421673-A39C-5840-AC01-6C44474410AE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2C484A31-7E9F-AC47-866C-92B61C98F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C61A9708-43B0-3441-B0C9-1887B028B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C864B0A9-89FF-FA40-8464-0FCCBDFD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FBC136FE-91BE-3F43-8136-E00227800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101" name="图片 100">
              <a:extLst>
                <a:ext uri="{FF2B5EF4-FFF2-40B4-BE49-F238E27FC236}">
                  <a16:creationId xmlns:a16="http://schemas.microsoft.com/office/drawing/2014/main" id="{C48DB50B-B2D0-9A46-BE9A-333C6D53D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39D23B85-7393-ED47-AD6E-3940A4EFD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0D0B6584-1DEF-274C-B491-B4E1C3D91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9856" y="4077693"/>
              <a:ext cx="152400" cy="304800"/>
            </a:xfrm>
            <a:prstGeom prst="rect">
              <a:avLst/>
            </a:prstGeom>
          </p:spPr>
        </p:pic>
        <p:pic>
          <p:nvPicPr>
            <p:cNvPr id="104" name="图片 103">
              <a:extLst>
                <a:ext uri="{FF2B5EF4-FFF2-40B4-BE49-F238E27FC236}">
                  <a16:creationId xmlns:a16="http://schemas.microsoft.com/office/drawing/2014/main" id="{63F01F5B-F552-BE4F-A109-83B0267EA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105" name="图片 104">
              <a:extLst>
                <a:ext uri="{FF2B5EF4-FFF2-40B4-BE49-F238E27FC236}">
                  <a16:creationId xmlns:a16="http://schemas.microsoft.com/office/drawing/2014/main" id="{9882B154-DC7B-B94C-99AE-68CFF9091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106" name="直线箭头连接符 105">
              <a:extLst>
                <a:ext uri="{FF2B5EF4-FFF2-40B4-BE49-F238E27FC236}">
                  <a16:creationId xmlns:a16="http://schemas.microsoft.com/office/drawing/2014/main" id="{A4266AA2-FB79-FE43-AA5D-E9988829F03F}"/>
                </a:ext>
              </a:extLst>
            </p:cNvPr>
            <p:cNvCxnSpPr/>
            <p:nvPr/>
          </p:nvCxnSpPr>
          <p:spPr bwMode="auto">
            <a:xfrm flipV="1">
              <a:off x="363589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71AE19EF-E7CE-444B-BE25-768F1EFDB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8469193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14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8695B9E8-5028-184E-BF8A-23D0563D57B5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3584499-497D-2146-8694-68F87EFC9913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23A5053-F2EB-4D49-A274-9B58EC15562F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6494986-6637-AE49-9502-8E2283E727BA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AC61B00-5B70-FD42-86E7-337B3129ADB8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06FB491-0216-C943-8C44-97E6DF432298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1CC20D6-A5B3-F84E-B1BA-9F811A63490D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EFA7056-5968-2940-871E-D78811AD48A8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617C4F02-1D65-8247-9656-A76B57594FB5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D14DA928-A1F1-5547-A295-ED0DD38C3ADA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FC834845-D2B3-AE40-97A9-AE93EA0BABE5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5C910994-D760-A74D-95D5-76775801DB4C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682DB09A-BB3F-3D41-A720-13620BAD96D9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AF329697-2778-254D-87E8-94F3C67D7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88118E9E-6D33-494F-A818-B68A9139C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3DDD5060-9731-F147-8920-C2D8D1393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A813C4BC-06A0-194C-8D31-0CC1B4A29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3165FFBD-4E9E-D040-B014-628B3EC63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63560522-989A-CC4E-9C8C-8C12F67FD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F96558DE-C50D-194F-BADE-D76ABD4E5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9856" y="4077693"/>
              <a:ext cx="152400" cy="3048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5E7E4E75-0326-A345-BB76-0EBD4CF2A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91755FBB-33FE-874F-8A11-9F65313BC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9A73AB65-F59A-754D-8B96-1B71359FF1D5}"/>
                </a:ext>
              </a:extLst>
            </p:cNvPr>
            <p:cNvCxnSpPr/>
            <p:nvPr/>
          </p:nvCxnSpPr>
          <p:spPr bwMode="auto">
            <a:xfrm flipV="1">
              <a:off x="435597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F344A462-1864-804F-8227-2FD58417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8478645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15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FD8296B2-D5B6-5345-9DF4-E0325C565BF3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44C2A8E9-8881-ED47-840B-5F284F2319A9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15D1B63-0E8C-4D4D-910E-0ACC40D38682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D1D7765-C76D-134D-82FB-44B3DF39F63C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624C9C5-6E4C-1349-BB8C-45792C120CB1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A0514D2-1782-2D4B-8816-12EBBABC97F9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EE408FC-C282-9D4C-80AF-603FB53E61B7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B9278B4-5EE1-9840-8F3B-D540BBAB7F41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39C8730-5C69-2B48-93EF-BF914758AC20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13901B96-58A3-AE4F-A29D-718AA5B5764F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78DC2A7B-12BA-C249-9F8C-BAA280D3057B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7DFE2515-9406-7C4E-80EA-B2EE971CFBC4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A97C97C9-5F46-1B4D-B19F-00D972173027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6DA413CD-D1F8-AD43-8A39-D24FA1F60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0BDE8CFC-4988-414A-8331-70857C73E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48897DD-1439-9D4D-80B9-54960F9F3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8756EBAD-D674-8C4D-8F2F-131E787B5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B572A8FD-91E1-0541-9EA8-8CBA4A203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22707A92-C3AB-D041-A18A-B84DE9AB7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E4DA8B65-5323-154C-8591-8132B5BDF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9856" y="4077693"/>
              <a:ext cx="152400" cy="3048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4FE6BBBA-81B9-4C49-AABC-F4CE9CA76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1EB79293-B796-E441-8981-99ECA1A1C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3E0950F8-5182-6D46-B68F-3BDD09835170}"/>
                </a:ext>
              </a:extLst>
            </p:cNvPr>
            <p:cNvCxnSpPr/>
            <p:nvPr/>
          </p:nvCxnSpPr>
          <p:spPr bwMode="auto">
            <a:xfrm flipV="1">
              <a:off x="507605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0D483B47-1F60-EA45-815D-1C067F263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3131627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16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AC114150-CE66-FD4B-A631-D9CCB5781200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8D2C52C-B94B-F248-AFEC-44F6387EF448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0F81196-240D-8943-9995-63E3FFE35DED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D3C7670-1776-444A-A9F4-176E390F8250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FBE94F9-D490-8F49-9C66-6B7E4EC95A0D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CD40F72-41CF-8D4E-9DB0-68ACA5E4296A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28ABFF6-2F2D-4A42-AD2F-5A3949541730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1F49B56-2318-FA47-9825-85E16D7B5091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2CDF1BA-5D61-DB47-8A26-CD4A914C4B3A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0A5E6C3C-3361-7542-9925-E7ED4F388F58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61D61D7F-BD32-A44B-93A5-22E6C65A9446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104E966B-71C6-A443-8F54-832E513D08FD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80C95C32-6CD1-7541-953C-10D9E28D06D9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8B92E83E-2CC6-2143-9240-6CD4CAC73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1F8394DC-F0B8-7440-9056-706CD8961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8A69B135-4CE8-6840-AD40-39DECD434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7981D3C-922B-974C-8929-D2301CA0B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26901E47-98AD-4040-8283-F090BABC5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6F76C4ED-2392-534D-AD08-E6C284329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045C446F-DCD1-6E41-8115-0BB410672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1CBADBE9-8805-764A-A13F-9E132E1B9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70D7D810-212B-C04D-ADB2-3F55CC69DFEC}"/>
                </a:ext>
              </a:extLst>
            </p:cNvPr>
            <p:cNvCxnSpPr/>
            <p:nvPr/>
          </p:nvCxnSpPr>
          <p:spPr bwMode="auto">
            <a:xfrm flipV="1">
              <a:off x="435597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20E55D30-7865-F841-87B4-739B2BCEA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F1D0EE7D-C1CA-C84E-B1D7-4C75530D3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4573287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B15F0F2D-FAC3-D149-89D5-821139E80134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F13AA61-B357-F149-A922-96E500B2978D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21AA0A8-9F0A-0744-8394-61B507DA2E27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3570548-7B7F-CA4B-A15A-BDF5E09A2430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94CAEB4-EDAE-984D-8C1C-A52B5B797333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33B27EC-E8C3-4945-994C-DC01B7842812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A2D40AB-BD0F-8446-8FDF-D84D64F0C7FC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A69C900D-B5F3-784A-B584-E214513C6B93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77FE413-D942-A24A-9D1D-85B3EC9D64B3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5F79B835-33D7-7949-8831-F7AE81F4CA65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D733A404-5F40-5F4F-938C-CA20F2C7D2DC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CDEE95C6-6A18-2347-ADE3-9D147EF32146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95907C64-D7BB-B340-8A57-9E7DFAAD7462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BB1D7884-D661-D343-BA1A-6AE18CF9B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0FBFE954-43D7-694D-95ED-0D1115ECB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3BA577A1-F254-5E49-99D1-49E70AF2D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82C6AEF2-E3F8-F846-98F6-2B9767ED8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84CF4D2B-75C2-F14D-ADEC-98B75AE38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65685A8B-C989-C345-8C11-A6FE61330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B356ACFE-1E82-DD4E-B599-49219E85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15DDBBC0-D483-4147-97DF-A8279D4A9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4A7AC23B-4715-1A4C-8500-7E3FD636492B}"/>
                </a:ext>
              </a:extLst>
            </p:cNvPr>
            <p:cNvCxnSpPr/>
            <p:nvPr/>
          </p:nvCxnSpPr>
          <p:spPr bwMode="auto">
            <a:xfrm flipV="1">
              <a:off x="363589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7BCA375C-F131-8042-AA0C-15645C4E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EDFB7B43-9A02-0543-8242-2A5060C90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7861011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18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006BEEF1-FB50-FC4F-8909-8BA974110894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5BCE844-0DA6-F040-A554-58929E7F8011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F1A6A21-7E51-4D4D-8203-B727E31BEC66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5A659E3-DDFE-AE42-B122-32272E31ED93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CCCE7C8-76CB-7941-AA61-9519DD248D81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AC948D5-927F-5D42-B73C-04E69418200D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80C036B-DDA8-3E49-A17B-B3D2B338137A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6D3D0A4-00DA-A74F-A34A-198C2619E57B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DFE1654-C769-4A41-B1F1-3AAF646132AF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D5C7CCB3-4B39-4F48-A6EC-58F381E6E09D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46501D0-10F3-7846-A2CC-7C9AAE410D57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D90DF4B2-1046-0B4D-B676-B6D54160B12D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901215CD-440D-5043-8630-672BD3D9657A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3330F213-6F07-3B4F-925C-9EF8F9DC7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2FCC9A1-DB49-574C-AA2C-C3DFE1334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754B8976-6DE9-064C-BFFA-BA6D349D1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734FF415-763E-E240-8181-2BD8326C5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4FE23994-EC67-BD40-815B-94260D0D4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E96008A0-842B-C640-AE23-128A6409F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B3E7EE4C-AACB-534A-BFA2-61CD0277E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63AF308E-30CD-2C48-834A-9D700830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D3AF64B9-B5C2-0E44-8E4F-E239644A3BB4}"/>
                </a:ext>
              </a:extLst>
            </p:cNvPr>
            <p:cNvCxnSpPr/>
            <p:nvPr/>
          </p:nvCxnSpPr>
          <p:spPr bwMode="auto">
            <a:xfrm flipV="1">
              <a:off x="291581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FC6342E4-9C39-7D44-82E1-572A5B88E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CF345B42-8E7D-D54D-A4FC-1B9D5CA2A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0355994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19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21346C-F0A9-8A49-9503-3FEC53B4FA3F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7C8835-C0DD-3742-9367-7BFC9E259756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BA7FB26-02A4-D547-A411-F2C677622D5D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C06CC81-394C-F24B-9E6B-5F9649A30D80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5D39593-EF40-3E4C-B8E3-D5A59AB9A4E8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C0668D2-35BD-414B-950A-DCA67BAAF2D3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3073931-C556-9946-8013-482D620E588C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8344615-825A-DC4A-9113-0E3AFA144FD9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81D1ED4-9FCD-7446-AB9B-971339D48A41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8D177E60-321A-EB4D-BD86-562488DD7FBA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BBA4F4CA-6CDB-C54E-9B12-F234502B4BD7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4B3462B4-4063-E641-B69F-8E5044BBD75F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E67BF8F5-3236-364B-83AA-956FB6B9F742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BC106C5D-607F-4C4B-B16D-5B78C8EA9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74B47D1-FBF7-4045-A652-2CF4E66D7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CA517742-22A7-6348-8A8A-E426E9338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58405DF0-2CD4-1449-A56F-BF7174AA8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BBB2FDB-4D15-DE41-A893-0EB3BDAA0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3429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11598285-1263-ED47-91BB-266E20E7A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C962555B-C422-F64F-BA45-C5FFBECC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44EDBABC-1779-6F46-9028-6BE9BFE43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5DCC7E15-7BC6-FB4B-9D26-2F0922426782}"/>
                </a:ext>
              </a:extLst>
            </p:cNvPr>
            <p:cNvCxnSpPr/>
            <p:nvPr/>
          </p:nvCxnSpPr>
          <p:spPr bwMode="auto">
            <a:xfrm flipV="1">
              <a:off x="363589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F3341746-59B8-924B-B9B5-EFEB82F32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F2D78C9C-F507-D043-BA7F-62AB7FAF7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35355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20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BE64709D-4D28-CD4F-B9B8-08232AAF9DD8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7B5B52F-1DE0-A446-89CB-4652178C2B60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FBEF707-12CE-6649-AE5B-D63E61CC45AD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34AB28C-E625-4F4C-8648-B5480AD2323C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3ABC1E3-3156-924B-B43B-04AF9FEFA9F6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AAED5BB-8C3F-B949-A9D5-F8E9B52A7491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672E758-97D4-B74F-B91A-F64D657E9E35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C2E2100-6A44-E343-9B29-BCBBF0D24197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6909A30-80C1-AD42-AFE9-B508029B90E0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FDF4A137-7DE3-0446-8C45-D40F604AE82B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93723C19-87D8-CD43-A900-EF38E6A030CB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23505705-209E-4048-80D5-036C2B4CE360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C4D6671C-C069-F049-A3A3-E8A8DD982348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2F6C9E4E-2493-CB45-B54C-F10049F7E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124398C-EAF0-EC4E-A14B-8DBCF6444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4C5BB241-3509-4742-8937-D1AFA8D02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BD215B41-C7E8-9944-851B-40FF2855A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B6D05D0C-B771-E64B-B4DC-A28096062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C1901D21-3309-C649-BE3E-06DB034A7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E799205C-CA77-6845-9FFB-ADDE1E87E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5" name="直线箭头连接符 54">
              <a:extLst>
                <a:ext uri="{FF2B5EF4-FFF2-40B4-BE49-F238E27FC236}">
                  <a16:creationId xmlns:a16="http://schemas.microsoft.com/office/drawing/2014/main" id="{239D2E24-B1DC-674B-9F99-574ED74F21E1}"/>
                </a:ext>
              </a:extLst>
            </p:cNvPr>
            <p:cNvCxnSpPr/>
            <p:nvPr/>
          </p:nvCxnSpPr>
          <p:spPr bwMode="auto">
            <a:xfrm flipV="1">
              <a:off x="435597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F32C0D76-6EA3-094D-AE96-74C8D1EC7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5984DBD8-F239-D646-A3FA-3759DE57C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F4BC670D-28A8-C246-B747-3355DE1DB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8825544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21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E1F771BA-DC3F-6945-B74B-160112450E36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5F87577-EFDE-8140-BF95-9A706BAA3382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735573B-A2E7-8841-80C5-FD40C8ABF5E9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EE76B18-5A69-2343-A632-D09477A031C6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9234466-732F-704F-BA9A-C7DD16BAF444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883512A-A661-C948-8B93-E6F5423259EB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4D4A078-A4F2-FC4C-BDA7-85EA8C94761B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2668912-C290-7644-8013-045AB3AB3C6B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9F76AFA-2010-0045-A5A0-FCEC749F05B8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FD284DB9-BA95-5C4E-84FF-8101F41931D7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66AABA0A-692E-8C44-89E7-07712BC27972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9B9CF6F5-0EB5-D046-9BE7-9FFC0CA2EAF0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C31A7E64-94FF-514C-BF74-E29863015ED0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4332BF72-B67F-A342-9903-35EEF239F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8BAC234-FB77-0A40-8090-F72FE58C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E28EB375-63CD-5A40-A93A-DD35675BE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7502706C-8666-554F-AF51-7B7838102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47F3F8CA-BCD4-FB4C-8AEE-C5714917C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0419A20B-DB54-AE4A-BBDE-F4A54D57B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34BF9197-DC7F-6C43-9969-89756F2D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5" name="直线箭头连接符 54">
              <a:extLst>
                <a:ext uri="{FF2B5EF4-FFF2-40B4-BE49-F238E27FC236}">
                  <a16:creationId xmlns:a16="http://schemas.microsoft.com/office/drawing/2014/main" id="{034961B4-DF2C-5743-8728-957BBEE3D846}"/>
                </a:ext>
              </a:extLst>
            </p:cNvPr>
            <p:cNvCxnSpPr/>
            <p:nvPr/>
          </p:nvCxnSpPr>
          <p:spPr bwMode="auto">
            <a:xfrm flipV="1">
              <a:off x="507605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FCE7CD76-AA54-1048-ACEF-81690BBF4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589AFEDA-C0A3-BD49-94E4-8B53A3C08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23B9D61A-2C49-064D-852A-3C0FD5BB6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7301300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22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407DA6AF-D3D3-EA4C-AAC5-BA3359A2041C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39311F1-2811-E94A-A3E1-84A59D475735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E19383B-4AFA-084B-A374-C20852D71666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3F1D44A-0FA4-834A-8FF9-1F325C09EB4D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B2EF50A-F6E0-A249-9EFB-DED06E1A6BAF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6D6444A-7D69-0646-91EA-D11E1099BB82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9993AF9-90ED-BF4D-83A4-76D836F56844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B7A100F-8699-2049-9E96-701B21C046E0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A8B75D1-9917-994E-A975-EC14F8499AC1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6CD331B1-5D58-884A-8B4B-5ED14E277A3F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8F2A7A7B-5918-D84D-9DFB-A1AD18DEA471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2DBD2EF7-7635-9A42-BCB7-40DA54C45D17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89F4553A-DBCB-0742-821A-4E76B38F25E9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77614E0D-5414-A342-96DB-E167B98B2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A4BA52BD-8215-CC4C-A5E9-604F02393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D38986FC-EB84-CC44-B8D5-E20F616E1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2120EFB5-76B9-AB47-8EAD-F318FEBF3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1A14199-23CB-0A4C-BADB-1A6020BF9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05F1A5DA-147A-1248-B764-7E2BC194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77693"/>
              <a:ext cx="152400" cy="3048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0EA4D28A-5CFE-1E45-805A-9D7389B80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5" name="直线箭头连接符 54">
              <a:extLst>
                <a:ext uri="{FF2B5EF4-FFF2-40B4-BE49-F238E27FC236}">
                  <a16:creationId xmlns:a16="http://schemas.microsoft.com/office/drawing/2014/main" id="{436DF804-DD99-574D-AE80-A3403D8403F5}"/>
                </a:ext>
              </a:extLst>
            </p:cNvPr>
            <p:cNvCxnSpPr/>
            <p:nvPr/>
          </p:nvCxnSpPr>
          <p:spPr bwMode="auto">
            <a:xfrm flipV="1">
              <a:off x="579613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86EE215E-6388-DB42-BB48-EA9473291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4A068993-DE35-954D-819E-A03D602B8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A91B1138-8269-744F-8C30-89B6766C1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4407695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23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93DD205-1CB4-9640-9838-631F694D29E7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0B09D6C-4704-2C48-B659-FBE8AC2125A7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4C307D7F-ED03-EF4B-8098-0F5A2E85F8E9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82DA046-B714-474F-902F-8C38011390B2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3917959-34D2-7A42-8BB5-FAC86C41EC85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8712C23-46B9-2F4A-9552-96DDFD70DD7A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F7FA6B9-D3DB-3F49-9F97-FE5BFC026BA2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0060FEC-8116-9F4D-9A11-9CD306F0BBB8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A3C54FB-1BB5-A344-A8A9-D24AECC00F3E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FFD4EE90-429C-FF44-A30D-97B85DA7F3D8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3F7D7341-FF33-4F46-8348-5FEDAE154818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32D14F05-C122-6141-A5E0-E8C9C2C1A979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6DE5DA0-BFC7-C64D-A4CE-7664649D96F0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A31DD905-7229-924A-8840-93EFF00A9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BED6773C-8BA2-2F43-A734-B6338A246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CD0357F0-8B7B-7F4A-990E-0D5028C45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CB9F0CFB-ACFD-5E48-AD49-3B36E2644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697117DD-20B1-584C-8C04-3116E5DDE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9B22758A-46F8-2A46-AE68-F69DA3831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E31A7776-83CD-074F-9486-98CB25532D87}"/>
                </a:ext>
              </a:extLst>
            </p:cNvPr>
            <p:cNvCxnSpPr/>
            <p:nvPr/>
          </p:nvCxnSpPr>
          <p:spPr bwMode="auto">
            <a:xfrm flipV="1">
              <a:off x="507605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B1DC4B5F-6691-2C40-8248-63061A809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46F6DC68-4168-9346-9B55-811FA59F1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635A8796-BE09-504F-94B8-67BE8FFF2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06743F2E-BB8F-A440-986C-575E2F76C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9923793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24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B956CF44-FE75-894C-9A1E-A279E2E15171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14838E0-3EBA-604D-9432-4269A1DFC441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6D6FE7E-EFDE-7940-985C-D84F63E3DD8D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1CD7AF6-B970-5343-B956-719EE1AD94D4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05EEB0F-064A-D24F-B3E4-FAD20ACCA7ED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0CAFE84-F96B-BB46-968A-B144337AA87A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C26BDFA-AEAB-FE45-BB08-2CBE0318BFE2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6C8797B-10EC-1C41-89D1-72D0E94DF63C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E98019B-95BB-2B4C-A259-E1B66A13CD4B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323F6203-CF92-854D-9DF5-C02F64D304A1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6AFB6512-EF56-F94D-B491-CFC2D3467CDF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41FAE0D3-A933-F94F-854E-3A57049DEFAA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1F2900-7B47-D24E-947F-4D5102F9DBF4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1DD2588C-874C-DC4C-AE75-4B6376CE6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D623E870-40F0-BC48-BE9A-56EFAD97A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546C2FDA-B9FA-1942-BF86-297E1DE86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A29FCB7B-BEB0-FB4A-A0EA-1E0A00A75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DE7DFB22-C917-C949-B8D5-72838D90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D5602AA3-2209-E648-899C-BB6E85656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18F93255-C5B2-404F-B09F-CE01368326ED}"/>
                </a:ext>
              </a:extLst>
            </p:cNvPr>
            <p:cNvCxnSpPr/>
            <p:nvPr/>
          </p:nvCxnSpPr>
          <p:spPr bwMode="auto">
            <a:xfrm flipV="1">
              <a:off x="435597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1CD8B34C-304F-244B-921C-B488328A0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D803AB83-98DF-B04E-BC26-090EF09E3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FFCC70EF-18BB-444D-8E84-2C8871A28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BCF2B3E-24DD-AB49-A147-4EADBA91C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7415673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25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2C0B4DB7-6A8A-2940-87D9-C75453DED6F3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0F3BB06-F4F5-D646-AB66-76647C6F2583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93FB458-5BAB-8E47-A339-DD40F8EAB15E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BBB51FA-97D6-4749-B8CB-4E46FE662B3E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36F0834-47E1-B642-903B-41B69A267CC6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8CBFCE0-67A3-F64A-AA7F-F75ED3CEBC86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E196318-ABA5-7240-83BB-9CA46CD0D6A6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6F9C315-4108-C04F-BC68-A4C87A2E62EC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B454D18-A4D0-8946-8F53-27EFB900CF31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D4C3CE41-F585-3940-9343-28FD7AE91BC9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D3DA5684-2E43-464C-8048-CE65B4C98E30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978A7F19-48CA-964C-8346-52F87619FAF1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9C7154D1-F1B0-EB4C-9BCF-672C89189951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4560F0EC-2E36-DF46-A817-B4AD5AD48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87905F2F-4DE8-1847-827D-5C510A235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FCDDA561-ED02-A546-93C2-271C96A3E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0A7DC5B0-EB53-CE4F-93BD-068AE146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7C3FED9A-EFB1-E045-B896-BCA8A3A9E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1F7ED514-A6C5-3E4E-A0D0-94F8B30F5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3B4B1DAC-A999-0F4B-B2BE-53F608F1F035}"/>
                </a:ext>
              </a:extLst>
            </p:cNvPr>
            <p:cNvCxnSpPr/>
            <p:nvPr/>
          </p:nvCxnSpPr>
          <p:spPr bwMode="auto">
            <a:xfrm flipV="1">
              <a:off x="363589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44B4027D-410D-D046-945A-DA3E5B5F6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B22F523F-082C-954F-A374-F44852BE8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C04131FA-C8A8-D44B-8B16-D54A87EC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747CCB70-77CC-0C40-855E-A5F5483D8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2608173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26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DE5DFA4A-75A1-B948-8A33-BEA9C8E0B28F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C54386D-E8ED-084B-ABB5-4EE546040921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9AE6086-0372-314A-80FC-38AB2F90137A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C6BD670-6BB5-D443-8C79-EE308A28932B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1195F24-11C1-3C48-9890-C95D464296E3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D38F4D0-73DB-0946-A2AA-1D87E34E5C13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F61882A-3D9B-7244-8CD6-7BE39C66F698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792ABE8-7F97-C540-8983-F2E3FE858A8A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62EA5D7-66E6-D249-A68D-0639E4AA4E9E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FB001D2D-8972-BB47-807E-C2480FC58721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F322E1B-9E1F-9C4F-B881-035908813E9D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1581BBC1-65D4-9648-9F54-F2FFB10FF295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2F6273C3-EA66-C348-BF64-20961FA36479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F918AE64-E429-694B-A28E-3FCF0C83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30845166-D9BC-2D4D-86E9-F49B5BD9C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13E54422-B812-0A4E-85EF-B32F4E50A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B13C4934-6F58-5B4F-8BF4-1C4AB7DF0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4A07308C-AEC1-D742-9F1F-65E4F0A41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54376" y="4071343"/>
              <a:ext cx="203200" cy="31750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85EF2948-6EA1-7F44-906C-DB1176179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D3B33A98-3CC5-6B40-A863-AF9A66839773}"/>
                </a:ext>
              </a:extLst>
            </p:cNvPr>
            <p:cNvCxnSpPr/>
            <p:nvPr/>
          </p:nvCxnSpPr>
          <p:spPr bwMode="auto">
            <a:xfrm flipV="1">
              <a:off x="435597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6E7FF2A4-C9C5-A445-B60B-E2248E913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7B8F04CD-F4E9-0842-B34C-AAE02273E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0DEA3D4F-2848-034C-BD18-3160830B7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6C64F485-10B5-344C-8A44-BD8835D17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37152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2D4E1427-BA55-2B4A-B1C2-AE20A6E140D0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D5E0D272-648A-1149-AFB0-27B9ADFB2A77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E173A2A-4A3E-844E-BCB1-424885DE4948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EE3EFE1-AED3-B044-8264-882951F3465F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101379E-8CC9-8249-8B23-768F9C75FCD6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89C68E8-1519-984E-A1FD-AD9052F49B2D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40DC541-07FA-664B-9D69-72875A7FD587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9E6E1C1-1335-C042-BD8E-09C0D904A718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52D87A3-7A8E-484C-B4B8-5267A7F48DA2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40AFD137-488A-AC4F-89F0-3840BF5A7002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5A04C8DC-88B2-1F48-B0AA-F0E909C20B34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1D43D6B7-6269-FF41-A56A-CEB0E44978D5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DB4FD392-28B6-B446-9034-5B4BE3897E40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DD85D3E5-0D76-B84D-AE97-6736FBA11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02363319-E00E-0549-8E18-FE1C8A746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A254D16E-0602-3F45-8DFD-4EA2D0117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781C5365-C64A-9D4C-BEEE-2FC0A17B8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95BF10D5-DC8C-5C43-BC8B-AB056D61D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997E9DF0-B2E4-294D-850D-FA9813EAC526}"/>
                </a:ext>
              </a:extLst>
            </p:cNvPr>
            <p:cNvCxnSpPr/>
            <p:nvPr/>
          </p:nvCxnSpPr>
          <p:spPr bwMode="auto">
            <a:xfrm flipV="1">
              <a:off x="507605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BEAEBFE1-F76D-1E49-853D-EBDB4AA72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3729EF83-B2A5-1C4E-804F-609ECD840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2876A684-F93F-5742-AE67-FD5E9641A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E374589E-1EFA-6340-91F1-2566ECB7D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54F0B3E-9526-9E47-8899-851BF254F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465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28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3B868E22-132C-8A44-833A-2DC278D3F6A2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7F3E9B6-938E-1145-BE56-2E8BE44F433F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BEE66F4-76CC-044F-B646-116BE189FC62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BD1FF0E-A50A-754A-ACD7-77C937957EF6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90A65A4-C06A-FF4B-92E7-A5FEEF954B72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C96B45D-C281-E64B-8CA0-5F2B140DA6DE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06E11A8-E44E-4B4B-AD16-8B91E95842B6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ABC47E06-B09A-474B-A9C2-5415F28B86F1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A27AD78-249E-0B4E-94BF-B4FE31D66D79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AEEBE9E3-2744-624A-B48B-30D7564D28F7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F8978008-2479-0140-8C55-978113FA495B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26B36954-AECC-974B-AF32-7AF9F364BFF3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D3118387-B40C-B041-AF68-08A194022384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39F60745-5CCD-0242-887B-CE6C0B3C5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2A7568F9-CF9A-FD44-B34D-915E1B83C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14CBA4E3-49E1-9041-93AF-1D031D605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0FB3F838-EB25-6140-BA5F-6732520A1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3C0F7422-9E35-0B47-BA3E-D9B4DA65D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4D596E36-95F0-1248-8C7F-D70D30A553DD}"/>
                </a:ext>
              </a:extLst>
            </p:cNvPr>
            <p:cNvCxnSpPr/>
            <p:nvPr/>
          </p:nvCxnSpPr>
          <p:spPr bwMode="auto">
            <a:xfrm flipV="1">
              <a:off x="579613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03DA7DE9-1548-1747-A362-E554E830C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D6A0A0A5-4FCB-8C4C-936B-1D5D1F28D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694E182D-42DA-F74C-AEDF-B443107E9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0AA2FEE0-6B19-1145-B71E-60C6ABBE3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CBDAEBD2-68D3-E04A-B73D-C4C19D6CF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5289595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29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2BF6215A-7BD6-0F46-B557-96C11D176262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D7375A2-A027-334B-920E-81E6E1C3EB6D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9A61269-0086-8043-B9E5-DAEBD1F801A2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195754F-8CB9-0D4A-97E9-9496DC282CBB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E5C79B5-7361-7C48-9025-5B752DA27A18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1A9C75B-DEF2-4044-9EB7-0F67058A566F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2035996-5C73-C345-B517-0E8FCB5AE663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B500590-3916-1745-8096-6DB4E7AADC9F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4F21D3A-6F69-AF46-A8C9-FA399961278B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63451D34-89D9-E14B-B5CF-E3A5BF8F6154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C8F19410-BB69-7949-8E41-53F1E8F817EF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F0221FE2-2B11-0E44-912E-3F6A168C2C2F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10A3F0CF-2986-6F4A-BE9A-2D8E8AB1281E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ACF67D6D-F36E-204B-B431-54A796227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214DA219-EBB6-194A-B9A9-3951D3D2A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E2759F43-91B1-5845-B339-18DDD5FC2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98D60496-44B5-664F-ABD9-E7DB1C5C0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A967C6D0-04E8-7949-8504-A89DC0E46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40016" y="4077693"/>
              <a:ext cx="152400" cy="304800"/>
            </a:xfrm>
            <a:prstGeom prst="rect">
              <a:avLst/>
            </a:prstGeom>
          </p:spPr>
        </p:pic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FE5A0FEB-B28C-0746-917E-220EE99E66C2}"/>
                </a:ext>
              </a:extLst>
            </p:cNvPr>
            <p:cNvCxnSpPr/>
            <p:nvPr/>
          </p:nvCxnSpPr>
          <p:spPr bwMode="auto">
            <a:xfrm flipV="1">
              <a:off x="651621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E6980A2C-1DAD-A844-8196-482F46DCC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9B6EE20F-5413-2C49-853D-68AD3FC70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1D35769C-25BE-7141-9603-BE69ABDFE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A46185CF-D23F-F148-9D1C-C4B576404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8A63EC0-DF91-5B42-ADCE-0A65FF615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728983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30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B50A88AD-2F62-B744-BE01-3B20ACE85B4F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A9D4495-1FE6-9F41-A4A9-90ED41629122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F2746BE-2A59-024D-95BB-E3D261431505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F29685C-D620-DD42-AF8D-B48E8F98B0E5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FE1857C-FE1A-394E-9B6C-823F160C6C42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F61B2E9-02D5-5F41-B2EF-314B4DF89C6A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E4B3256-B18D-0748-9004-69995FC6A620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BD5AFCA-4128-E044-AD50-679F2C6F36AD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C7B4500-774D-7A41-BEC5-9C8164DD86E0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512F79D1-A923-6146-A644-EDBC30ED5DC0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1A4F172-398D-B645-A633-6C97CF737783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071C1826-5010-2647-BC75-ABBBE28BE553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BC22825E-5CAF-1C43-BDE3-510F1EC2F4C6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AA128915-88C8-EE43-83F9-12AA9C785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3EEC1A44-E52C-624B-9563-B77046937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936E2444-3932-6548-AF83-19D132ABD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E0B7B555-098F-274F-BDD3-36ED37649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946DFED1-8CDC-2043-B489-9E610699DCD0}"/>
                </a:ext>
              </a:extLst>
            </p:cNvPr>
            <p:cNvCxnSpPr/>
            <p:nvPr/>
          </p:nvCxnSpPr>
          <p:spPr bwMode="auto">
            <a:xfrm flipV="1">
              <a:off x="579613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8245A13C-7BD1-744A-8162-325F08BB3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36FCF7BC-C662-CF48-9D2B-63D368347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B229151D-E38D-E34D-93DB-ED1B2DFAB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F9E0E584-21F2-3442-A973-90B7ACE1B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43B971C3-412F-0742-9FEB-4F3A19884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F6BF258-5884-2E40-8B29-83F8B7587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143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8351236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31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103E4065-D6DC-7742-8700-B0E3ECACC46B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E720285-45B7-E948-8D18-639C432322B5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9D38105-B1E3-A14C-A16A-8FD4AF1397B4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5F48F7-494C-A74D-ACD8-4ADF5BEC955E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30B1E3B-5665-7C48-8448-BBBD5B5D2F80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807B75F-A188-A641-9A70-897225EC0FD5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6116B9F-14C6-0749-830F-D5197FD75B14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A8D25D0-7F2D-DB44-8F7D-F7363AC7B300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67C6231-9662-E948-BA6C-63CCAB713077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A71E9A5E-CDEF-2347-855C-F77445A9A38E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B26C170C-5534-7544-866F-2F6641F1FCFE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FA520F30-6E06-0C4C-A02A-51DAE4E0E1CC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5A90E78B-E339-B947-9D4F-03672D2F125A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E11A37B3-828F-A845-AABD-1CCAE16EB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17D0320-5060-2646-A522-36C034EAC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63818CC8-7562-6A49-8F10-252423139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3CDF91C9-6D3D-D947-B21E-199A4F7A9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A2431B71-79D3-B943-BA26-99B44C4E6632}"/>
                </a:ext>
              </a:extLst>
            </p:cNvPr>
            <p:cNvCxnSpPr/>
            <p:nvPr/>
          </p:nvCxnSpPr>
          <p:spPr bwMode="auto">
            <a:xfrm flipV="1">
              <a:off x="507605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DCD4B090-2C3C-004C-96C8-CF1EE0C57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7CD983E2-03D1-DA47-8A44-8A9EEFC9A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16F5D2B7-1F58-064A-9977-63B6BBF01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458532E1-F011-8A42-A152-C30A65B9C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D0AC44A2-B659-F948-BF73-AAC60AA8B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B3DAE713-2737-3A41-AAEB-076025640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143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4683145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32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F350582F-CA21-4649-B03C-7214B1351086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3220FF2-312A-0F42-951D-28C009A45C0B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A3AA7BC-258D-F444-91A2-88CD0E603399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C102309-855B-1A4D-AF49-3D50D6E8FDF8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CB15AD7-6315-C748-A7FB-1F40636BB671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8B2BCF3-7359-BE4E-BE2A-AF8282A2619D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8DFBC4B-CA1D-2C48-9970-41E80AC6E5A6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F878091-56B6-6B4F-8ABB-2658E98D08F3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75D0C3D-A322-3B42-816B-763F7E40001A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7D30969F-3614-9445-A901-7E2633BB42B3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E5AC015D-D25F-8C40-82F1-80D1F9F1ECE5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EBAFA01F-DC1E-B644-AD3D-31C7D852ABC9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52EAA8BF-057F-7D44-AF74-F8C3DD0BBAFC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CDF8786F-0176-FE4C-8722-B712615ED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A2CBF01-F41A-C442-A505-51289856C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50F0F158-55DE-5D47-88C6-F314E02C9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98B460A7-83AF-4945-A0F8-8AE7C2918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3C10397B-164C-4642-9BD9-0267410E26D6}"/>
                </a:ext>
              </a:extLst>
            </p:cNvPr>
            <p:cNvCxnSpPr/>
            <p:nvPr/>
          </p:nvCxnSpPr>
          <p:spPr bwMode="auto">
            <a:xfrm flipV="1">
              <a:off x="435597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DFB36D5C-DE96-944B-8F3B-2A30E6F3F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4408795B-895E-2A49-9F2C-9F0D863DA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79AF79B8-CBB8-D548-A2D6-8FCB2DC0B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16722902-2816-3543-B13F-CD781BCC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C2CD99D0-72F9-174F-9801-D43B7474C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5FBB040-74BD-2A45-985A-1EAD46388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143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5405452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33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95B80AD8-0DD8-A347-AE0B-2F5C93F41336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BA4B784-5BA4-7B4A-8C12-A70D536BDD7A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ED5EE7D-301E-2241-AC38-95FDF9E7E9A8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04E5A20-E196-D34E-9829-E98F0B0A5311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948CF89-8C61-9441-AB16-F0BEDC60DA90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CCFBA02-9680-4343-AD7B-7751EA4D1D5C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98F19C1-94AB-B449-A84E-8D15BB74632C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76F4EC3-210B-C243-A5CD-61A7AB65DD49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BF4B070-74A6-1C4E-8AD1-E528C8899E72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8C116377-3922-824D-8D86-7ADBC1771722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A9097582-61CC-1D47-8220-07BB686274B5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F4B14B0F-E38B-B245-B251-1B03ABDD1B22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4CD60351-BE8F-454D-9C59-C569A7F6BA97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F10F56DA-9F4F-3B4B-8F9B-C8796982C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F500E8AF-2DCC-2345-865E-79A0CEE14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2C690822-D8A6-A145-B0AD-C4A8974AB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5184A4E-F33F-1043-92EE-97FDB7CDE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623C112F-771F-154E-B63E-33EEEE4B3D39}"/>
                </a:ext>
              </a:extLst>
            </p:cNvPr>
            <p:cNvCxnSpPr/>
            <p:nvPr/>
          </p:nvCxnSpPr>
          <p:spPr bwMode="auto">
            <a:xfrm flipV="1">
              <a:off x="507605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A33FD779-2EF4-A246-BED7-959EE4444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9C863974-3FF8-7E4B-9B62-88DDDFFE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60033AF9-D99D-BB4D-82E7-2C665E3E7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4EE38C80-0FB0-A145-8AC1-2A0D5AAD8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90674D61-F07F-9443-9B19-B19D721D7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ABF78BE3-A6DF-C748-A7DB-3CB929646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143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9652163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34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91622008-4D13-6F4A-85F1-D24F399A7EB6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C03B0B1-763A-3F45-B30D-C0D2E925E9AF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E9AA24F-B382-7545-9A2A-C75184559B44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BD31562-7BF6-8141-BE1F-9026ED87857D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7585937-C18D-9446-95BC-F948E68222D5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DC734F6-9A5E-CF47-AE5B-B202A565CF3C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E4B845B-3AC9-754F-BD7A-AB16B08B7477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F1E191B-1920-B343-A5B8-CCB461C3DA34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22289DF-019D-4542-9F31-3B1588C9245F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B1A01AC1-03C6-0F4A-B4C6-0BE4603319B6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D3E52DD1-3B5F-B341-8C72-34B5DDB793AE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559CDC0F-1DFE-0B46-9438-67B56525023B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E0D9021D-314E-1541-841C-AE5D97335C37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CEC54CD8-CFD7-7E4B-9209-0A7E78379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FF5F8F9F-EA70-784A-9B0C-79DB70D1B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E37F2BBC-81A7-254F-9844-776584F09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D3782AB2-C5AE-9441-BA75-010D75675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432734A3-9C95-A94A-A0DA-61B48085A9CE}"/>
                </a:ext>
              </a:extLst>
            </p:cNvPr>
            <p:cNvCxnSpPr/>
            <p:nvPr/>
          </p:nvCxnSpPr>
          <p:spPr bwMode="auto">
            <a:xfrm flipV="1">
              <a:off x="579613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3D069630-4406-B249-ADB4-0A360623C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61F2EC92-CD55-6943-BE78-78102C81B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2FC2E465-843F-6948-8F35-D0A28F299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338289BA-F756-C448-B269-0E916D961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F0D935C4-B1C9-2943-A2E4-BC2F9C21B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A41C0DC0-F3B0-1644-8255-C2191025B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143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837303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35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396AF30A-496B-F445-9F30-B915FF6E520A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BAB1849-E694-7947-9623-539409D50467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A7509C8-3742-A04B-A1CD-90264D0C372B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7844111-4D2F-0D46-9C5A-3ABB655A432C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259AF49-4416-354E-8450-01A4AD625AC4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9322B5C-1FC5-3C4C-A477-212CD9B85B27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76FE496-A2C3-FB4A-A8F8-0374B6E040BF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F5E7D08-966D-5949-AE41-610AC7A0A16E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686AA5A8-E7AF-6B41-A5A9-02145CD76AC2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0F0E33CB-AD02-DA4D-981B-3ED039DC78BE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81D746B9-905D-8C4A-8657-09421B1137E9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A8010962-4397-8646-9C76-EC3FA22EE58C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F49D3B1F-C33D-4948-BBB7-C24B5EFE013A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48A261AC-5B81-6E47-9BE7-FD7662406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90365B3D-E51C-4048-A97D-99A7054BB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27329D43-4147-6F46-AB62-1D355F085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34709643-688F-474E-B19B-48F6B970B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4A16AFF9-DAC3-0443-A3D5-09917CE98060}"/>
                </a:ext>
              </a:extLst>
            </p:cNvPr>
            <p:cNvCxnSpPr/>
            <p:nvPr/>
          </p:nvCxnSpPr>
          <p:spPr bwMode="auto">
            <a:xfrm flipV="1">
              <a:off x="651621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3DD335DF-A588-DF4D-BB0B-72EF53FBE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A42E3F99-CB52-EA46-ADC9-86B8C1EA4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CDFC9941-FCD4-9547-9B71-AEECF4CE6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4C9D44EC-16EA-E842-B918-BA3D91E14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8D18B0E1-BEFB-EA41-9006-0D752ABAB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F6CC5A33-5509-0A4F-B466-A4C9EB83D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143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411886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36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118"/>
          <a:stretch/>
        </p:blipFill>
        <p:spPr>
          <a:xfrm>
            <a:off x="2224309" y="1412776"/>
            <a:ext cx="7936000" cy="1512168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D6F75794-FDA4-ED43-9CA7-97269766AECB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66537AC-52A0-A04A-877B-D5A646D69DBE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AC9DF4E-E1DD-324C-B0EA-9CF7003C4FE5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CBD504C-3666-A246-87F2-D40CA401E20D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C28EC07-7411-CE46-A82C-AA058947D96F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C334FC3-4851-FC49-98B0-02528520F472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D17AED5-6955-804A-BCA4-602917066D7E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C3F9931-9FA2-A244-8E93-AF1ADA8B1747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638DEFB-8098-7D43-B3E3-6ED228F78A6B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6946AEE3-3BD6-DD41-8D43-B18631F78D66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630D9C17-C5DF-B242-B4B4-D91362B6CB42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AB81585F-F0E3-0E49-B5BB-F71C3E94177F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DC3A618-044C-C34F-82B5-29975DF1E15E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F2741F9B-41F0-244C-B3B5-ECE389D26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ACF18E3-7E2E-F444-9520-4C4A8A9EC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661EC239-C453-3A40-A2A8-EF1B0B5D0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FCD1320A-B075-7E42-8595-8E876EA8F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E60678F9-8507-9E43-A39F-BC56A115A8D1}"/>
                </a:ext>
              </a:extLst>
            </p:cNvPr>
            <p:cNvCxnSpPr/>
            <p:nvPr/>
          </p:nvCxnSpPr>
          <p:spPr bwMode="auto">
            <a:xfrm flipV="1">
              <a:off x="723629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99F6E56F-2219-604D-92B7-45126AFBE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1A7098F5-4708-9B4D-8035-1D3D2D728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51276" y="4084043"/>
              <a:ext cx="342900" cy="317500"/>
            </a:xfrm>
            <a:prstGeom prst="rect">
              <a:avLst/>
            </a:prstGeom>
          </p:spPr>
        </p:pic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BFF0A0D0-4D3D-6841-895B-013FF5D28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54707" y="4077693"/>
              <a:ext cx="393700" cy="317500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E2963AB9-875F-6740-B678-5365FBC53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1356" y="4077693"/>
              <a:ext cx="342900" cy="3175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94F7CE8C-5B70-D944-8DAE-6B49ECB06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5112" y="4087691"/>
              <a:ext cx="393700" cy="317500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3DA262E9-AD53-5142-A950-ECF9E244E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1436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1127060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458"/>
          <a:stretch/>
        </p:blipFill>
        <p:spPr>
          <a:xfrm>
            <a:off x="2224309" y="1412776"/>
            <a:ext cx="7936000" cy="36933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C85979-76E2-4543-B469-23B78139E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788" y="2928196"/>
            <a:ext cx="3816424" cy="8047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631D192-64D5-C847-9D96-6E2FE203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640" y="5517232"/>
            <a:ext cx="6480720" cy="8328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32CA33-CC08-4B48-AB09-4989AEE084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721" y="3140968"/>
            <a:ext cx="218381" cy="1871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21BD282-54CB-3141-92EE-9753D0D5E2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2384" y="4072412"/>
            <a:ext cx="3701829" cy="7107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AF57B02-1FE0-1245-9333-51ECC17A48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5721" y="4233670"/>
            <a:ext cx="218381" cy="19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39021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38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458"/>
          <a:stretch/>
        </p:blipFill>
        <p:spPr>
          <a:xfrm>
            <a:off x="2224309" y="1412776"/>
            <a:ext cx="7936000" cy="36933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C85979-76E2-4543-B469-23B78139E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788" y="2928196"/>
            <a:ext cx="3816424" cy="8047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32CA33-CC08-4B48-AB09-4989AEE08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721" y="3140968"/>
            <a:ext cx="218381" cy="1871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21BD282-54CB-3141-92EE-9753D0D5E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384" y="4072412"/>
            <a:ext cx="3701829" cy="7107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AF57B02-1FE0-1245-9333-51ECC17A4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721" y="4233670"/>
            <a:ext cx="218381" cy="19411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253ACBB-9637-6841-93C3-5FEEF8824C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3632" y="5589240"/>
            <a:ext cx="6408712" cy="5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80469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39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458"/>
          <a:stretch/>
        </p:blipFill>
        <p:spPr>
          <a:xfrm>
            <a:off x="2224309" y="1412776"/>
            <a:ext cx="7936000" cy="3693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BFB463D-EDBA-1C4C-BF36-CF34CDD02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768" y="2709249"/>
            <a:ext cx="4032448" cy="7669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9463600-DFC0-E047-8B3A-FC03F9AB1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768" y="3895107"/>
            <a:ext cx="4032448" cy="7669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E024FF-2394-5246-B635-3254FAAA2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7648" y="5461985"/>
            <a:ext cx="6264696" cy="54879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B471160-C588-0642-B575-E75F18796A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9697" y="2837026"/>
            <a:ext cx="218381" cy="1941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0C6A95-0144-0C4D-B513-738578CCDE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9696" y="4018835"/>
            <a:ext cx="226470" cy="19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86335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40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458"/>
          <a:stretch/>
        </p:blipFill>
        <p:spPr>
          <a:xfrm>
            <a:off x="2224309" y="1412776"/>
            <a:ext cx="7936000" cy="36933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72ED2F3-EB2C-3043-853D-149DA39BD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801" y="2924945"/>
            <a:ext cx="3825503" cy="7380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5C62098-8BAB-EE45-85F6-85445F580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213" y="4077073"/>
            <a:ext cx="3825503" cy="7380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BC862D-71AD-E348-8336-A50037C68F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5640" y="5445225"/>
            <a:ext cx="6589430" cy="55722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F6A153D-CB83-A842-9952-EF6180DF39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729" y="3097800"/>
            <a:ext cx="218381" cy="18718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D284BC-F3F1-FA45-9CCB-308787A82A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7729" y="4186909"/>
            <a:ext cx="218381" cy="18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38519"/>
      </p:ext>
    </p:extLst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41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458"/>
          <a:stretch/>
        </p:blipFill>
        <p:spPr>
          <a:xfrm>
            <a:off x="2224309" y="1412776"/>
            <a:ext cx="7936000" cy="3693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68B0CA0-06D2-B84C-A38A-78A03F9F0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800" y="2775545"/>
            <a:ext cx="4067944" cy="7766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FC2A8C-B9D5-AD4F-90C9-1DADC83EF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800" y="3819350"/>
            <a:ext cx="4067944" cy="7766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2891F0-ACDD-9A43-B236-1445A06B7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704" y="5445225"/>
            <a:ext cx="1512168" cy="40196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6792BEA-B0B1-B14C-AB44-5D7C49D60E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9737" y="2922864"/>
            <a:ext cx="218381" cy="1871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8052D82-8313-5F4C-B34A-E54C28979C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9737" y="3959314"/>
            <a:ext cx="226181" cy="18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8708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42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309" y="1412776"/>
            <a:ext cx="7936000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87378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43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122082-D503-1F42-B818-832878A92A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0588"/>
          <a:stretch/>
        </p:blipFill>
        <p:spPr>
          <a:xfrm>
            <a:off x="2224309" y="1412776"/>
            <a:ext cx="7936000" cy="144016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607B747D-90A4-1F45-8269-F193E7084DFE}"/>
              </a:ext>
            </a:extLst>
          </p:cNvPr>
          <p:cNvGrpSpPr/>
          <p:nvPr/>
        </p:nvGrpSpPr>
        <p:grpSpPr>
          <a:xfrm>
            <a:off x="3695992" y="3104061"/>
            <a:ext cx="4800015" cy="3318415"/>
            <a:chOff x="1835696" y="3177505"/>
            <a:chExt cx="4800015" cy="3318415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C400D355-E9AB-E74F-9EE1-244242BE4BF9}"/>
                </a:ext>
              </a:extLst>
            </p:cNvPr>
            <p:cNvSpPr/>
            <p:nvPr/>
          </p:nvSpPr>
          <p:spPr bwMode="auto">
            <a:xfrm>
              <a:off x="2843808" y="434264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FD891EC-F5E7-DA4E-98B4-3EB0A201AAF6}"/>
                </a:ext>
              </a:extLst>
            </p:cNvPr>
            <p:cNvSpPr/>
            <p:nvPr/>
          </p:nvSpPr>
          <p:spPr bwMode="auto">
            <a:xfrm>
              <a:off x="4427984" y="434264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8C2EB91-739F-E145-A96D-FDFFE5C0AD0D}"/>
                </a:ext>
              </a:extLst>
            </p:cNvPr>
            <p:cNvSpPr/>
            <p:nvPr/>
          </p:nvSpPr>
          <p:spPr bwMode="auto">
            <a:xfrm>
              <a:off x="6012160" y="434264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B100EC8-B35D-064E-B0E6-03F539B38FF8}"/>
                </a:ext>
              </a:extLst>
            </p:cNvPr>
            <p:cNvSpPr/>
            <p:nvPr/>
          </p:nvSpPr>
          <p:spPr bwMode="auto">
            <a:xfrm>
              <a:off x="2843808" y="5651682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1B57FD1E-2756-D945-A685-CA3B80BA058D}"/>
                </a:ext>
              </a:extLst>
            </p:cNvPr>
            <p:cNvSpPr/>
            <p:nvPr/>
          </p:nvSpPr>
          <p:spPr bwMode="auto">
            <a:xfrm>
              <a:off x="4427984" y="5651682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25A05068-FB42-6E49-8604-25321BC17F57}"/>
                </a:ext>
              </a:extLst>
            </p:cNvPr>
            <p:cNvSpPr/>
            <p:nvPr/>
          </p:nvSpPr>
          <p:spPr bwMode="auto">
            <a:xfrm>
              <a:off x="4464148" y="5693717"/>
              <a:ext cx="351656" cy="34797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F27AE434-7D5F-EC4B-8E3F-DAA8EE071D5B}"/>
                </a:ext>
              </a:extLst>
            </p:cNvPr>
            <p:cNvCxnSpPr>
              <a:cxnSpLocks/>
              <a:endCxn id="39" idx="2"/>
            </p:cNvCxnSpPr>
            <p:nvPr/>
          </p:nvCxnSpPr>
          <p:spPr bwMode="auto">
            <a:xfrm>
              <a:off x="2051720" y="4558672"/>
              <a:ext cx="79208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4BD221FF-AF2D-3641-A7EE-61865D31F282}"/>
                </a:ext>
              </a:extLst>
            </p:cNvPr>
            <p:cNvCxnSpPr>
              <a:cxnSpLocks/>
              <a:stCxn id="39" idx="6"/>
              <a:endCxn id="46" idx="2"/>
            </p:cNvCxnSpPr>
            <p:nvPr/>
          </p:nvCxnSpPr>
          <p:spPr bwMode="auto">
            <a:xfrm>
              <a:off x="3275856" y="4558672"/>
              <a:ext cx="115212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80F1BA05-899E-8144-8063-D2189396979E}"/>
                </a:ext>
              </a:extLst>
            </p:cNvPr>
            <p:cNvCxnSpPr>
              <a:cxnSpLocks/>
              <a:stCxn id="46" idx="6"/>
              <a:endCxn id="47" idx="2"/>
            </p:cNvCxnSpPr>
            <p:nvPr/>
          </p:nvCxnSpPr>
          <p:spPr bwMode="auto">
            <a:xfrm>
              <a:off x="4860032" y="4558672"/>
              <a:ext cx="115212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1BCDFE69-45E8-DD41-8575-6C5B83CAB1DC}"/>
                </a:ext>
              </a:extLst>
            </p:cNvPr>
            <p:cNvCxnSpPr>
              <a:cxnSpLocks/>
              <a:stCxn id="39" idx="4"/>
              <a:endCxn id="48" idx="0"/>
            </p:cNvCxnSpPr>
            <p:nvPr/>
          </p:nvCxnSpPr>
          <p:spPr bwMode="auto">
            <a:xfrm>
              <a:off x="3059832" y="4774696"/>
              <a:ext cx="0" cy="87698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线箭头连接符 54">
              <a:extLst>
                <a:ext uri="{FF2B5EF4-FFF2-40B4-BE49-F238E27FC236}">
                  <a16:creationId xmlns:a16="http://schemas.microsoft.com/office/drawing/2014/main" id="{3724C217-D563-054E-BC89-5535EF063D5B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 bwMode="auto">
            <a:xfrm>
              <a:off x="3275856" y="5867706"/>
              <a:ext cx="115212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F6E7AABC-086A-BB42-8874-705B7115C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4040" y="4469897"/>
              <a:ext cx="211584" cy="181358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99689968-87B5-CD42-B6C2-53D81B6FF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43064" y="4458435"/>
              <a:ext cx="225532" cy="200473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2D6F0D34-205B-9246-8A79-45A0196F2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35992" y="4469897"/>
              <a:ext cx="216024" cy="185163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E875D938-6514-9944-93A9-F766B6E81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70880" y="5778352"/>
              <a:ext cx="208493" cy="178708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B6768AC8-8232-7645-81C2-3F254E90B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43064" y="5778352"/>
              <a:ext cx="215939" cy="178708"/>
            </a:xfrm>
            <a:prstGeom prst="rect">
              <a:avLst/>
            </a:prstGeom>
          </p:spPr>
        </p:pic>
        <p:sp>
          <p:nvSpPr>
            <p:cNvPr id="61" name="弧 60">
              <a:extLst>
                <a:ext uri="{FF2B5EF4-FFF2-40B4-BE49-F238E27FC236}">
                  <a16:creationId xmlns:a16="http://schemas.microsoft.com/office/drawing/2014/main" id="{5924A502-528B-3B42-8416-8FF9DF07DC55}"/>
                </a:ext>
              </a:extLst>
            </p:cNvPr>
            <p:cNvSpPr/>
            <p:nvPr/>
          </p:nvSpPr>
          <p:spPr bwMode="auto">
            <a:xfrm rot="11500258">
              <a:off x="4454896" y="3933104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2" name="弧 61">
              <a:extLst>
                <a:ext uri="{FF2B5EF4-FFF2-40B4-BE49-F238E27FC236}">
                  <a16:creationId xmlns:a16="http://schemas.microsoft.com/office/drawing/2014/main" id="{9C4DDBE8-719E-4540-A0EA-1DF548419247}"/>
                </a:ext>
              </a:extLst>
            </p:cNvPr>
            <p:cNvSpPr/>
            <p:nvPr/>
          </p:nvSpPr>
          <p:spPr bwMode="auto">
            <a:xfrm rot="11500258">
              <a:off x="6034464" y="3936055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3" name="弧 62">
              <a:extLst>
                <a:ext uri="{FF2B5EF4-FFF2-40B4-BE49-F238E27FC236}">
                  <a16:creationId xmlns:a16="http://schemas.microsoft.com/office/drawing/2014/main" id="{F9B390AD-089D-DB41-B5F8-01ACF94CD119}"/>
                </a:ext>
              </a:extLst>
            </p:cNvPr>
            <p:cNvSpPr/>
            <p:nvPr/>
          </p:nvSpPr>
          <p:spPr bwMode="auto">
            <a:xfrm rot="569221">
              <a:off x="2858044" y="6071119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B72131FA-F07B-C443-9A42-DACF7EB76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33667" y="4199841"/>
              <a:ext cx="720076" cy="231453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422F44AF-FBFD-0D47-8F70-05ED6421C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90388" y="5122929"/>
              <a:ext cx="792084" cy="243718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9C1E2109-7238-504C-ABF1-4917B1303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4273" y="3177505"/>
              <a:ext cx="648072" cy="240522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DA464BFB-7B2E-614F-8E43-0A50AB053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48323" y="4187411"/>
              <a:ext cx="680577" cy="226859"/>
            </a:xfrm>
            <a:prstGeom prst="rect">
              <a:avLst/>
            </a:prstGeom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F05FEF76-EF06-3545-9041-A87C197A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10649" y="3541508"/>
              <a:ext cx="781696" cy="240522"/>
            </a:xfrm>
            <a:prstGeom prst="rect">
              <a:avLst/>
            </a:prstGeom>
          </p:spPr>
        </p:pic>
        <p:sp>
          <p:nvSpPr>
            <p:cNvPr id="69" name="弧 68">
              <a:extLst>
                <a:ext uri="{FF2B5EF4-FFF2-40B4-BE49-F238E27FC236}">
                  <a16:creationId xmlns:a16="http://schemas.microsoft.com/office/drawing/2014/main" id="{D23A449B-E362-5240-AF99-5192B2C736BB}"/>
                </a:ext>
              </a:extLst>
            </p:cNvPr>
            <p:cNvSpPr/>
            <p:nvPr/>
          </p:nvSpPr>
          <p:spPr bwMode="auto">
            <a:xfrm rot="10800000">
              <a:off x="3165623" y="4108247"/>
              <a:ext cx="3062555" cy="1327379"/>
            </a:xfrm>
            <a:prstGeom prst="arc">
              <a:avLst>
                <a:gd name="adj1" fmla="val 10787051"/>
                <a:gd name="adj2" fmla="val 0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037333E5-6D83-9243-85A9-62A58650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958818" y="3177782"/>
              <a:ext cx="676893" cy="251218"/>
            </a:xfrm>
            <a:prstGeom prst="rect">
              <a:avLst/>
            </a:prstGeom>
          </p:spPr>
        </p:pic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D1E03C92-CFFD-4A4A-A9B1-26F1D37A0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817601" y="3537822"/>
              <a:ext cx="816458" cy="251218"/>
            </a:xfrm>
            <a:prstGeom prst="rect">
              <a:avLst/>
            </a:prstGeom>
          </p:spPr>
        </p:pic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70289E0E-02D1-EA44-A5A1-ECAB18540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34828" y="5100531"/>
              <a:ext cx="813495" cy="236176"/>
            </a:xfrm>
            <a:prstGeom prst="rect">
              <a:avLst/>
            </a:prstGeom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C555BABC-4BD8-FA4C-B0F4-38A28406A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835696" y="6232203"/>
              <a:ext cx="833511" cy="256465"/>
            </a:xfrm>
            <a:prstGeom prst="rect">
              <a:avLst/>
            </a:prstGeom>
          </p:spPr>
        </p:pic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12BD3F65-EC4C-C64B-B7A4-FB48C3BED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502850" y="5995899"/>
              <a:ext cx="781113" cy="236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1451688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44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476F20-4F4B-8D45-A450-0D410FD6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3415952"/>
            <a:ext cx="6336704" cy="3253408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3D5A624-0318-F247-B9D0-EE9646F3DE4C}"/>
              </a:ext>
            </a:extLst>
          </p:cNvPr>
          <p:cNvGrpSpPr/>
          <p:nvPr/>
        </p:nvGrpSpPr>
        <p:grpSpPr>
          <a:xfrm>
            <a:off x="4060591" y="1206153"/>
            <a:ext cx="3233058" cy="2026905"/>
            <a:chOff x="1835696" y="3177505"/>
            <a:chExt cx="4800015" cy="331841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F8F25D6-963B-3541-B82A-15254844EC5F}"/>
                </a:ext>
              </a:extLst>
            </p:cNvPr>
            <p:cNvSpPr/>
            <p:nvPr/>
          </p:nvSpPr>
          <p:spPr bwMode="auto">
            <a:xfrm>
              <a:off x="2843808" y="434264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DA1C1FB-AA6C-1E4C-A3E9-79B05E3BDFED}"/>
                </a:ext>
              </a:extLst>
            </p:cNvPr>
            <p:cNvSpPr/>
            <p:nvPr/>
          </p:nvSpPr>
          <p:spPr bwMode="auto">
            <a:xfrm>
              <a:off x="4427984" y="434264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9730CFD-A6C4-1C44-9D5F-257C529F6525}"/>
                </a:ext>
              </a:extLst>
            </p:cNvPr>
            <p:cNvSpPr/>
            <p:nvPr/>
          </p:nvSpPr>
          <p:spPr bwMode="auto">
            <a:xfrm>
              <a:off x="6012160" y="434264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425419F-E53E-F844-8B94-C3D39BAD0E2B}"/>
                </a:ext>
              </a:extLst>
            </p:cNvPr>
            <p:cNvSpPr/>
            <p:nvPr/>
          </p:nvSpPr>
          <p:spPr bwMode="auto">
            <a:xfrm>
              <a:off x="2843808" y="5651682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05F37E0-CAEF-FA42-B378-50C2E90392C4}"/>
                </a:ext>
              </a:extLst>
            </p:cNvPr>
            <p:cNvSpPr/>
            <p:nvPr/>
          </p:nvSpPr>
          <p:spPr bwMode="auto">
            <a:xfrm>
              <a:off x="4427984" y="5651682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49C4D6B-DD3C-AA4F-95C4-E109E33DF129}"/>
                </a:ext>
              </a:extLst>
            </p:cNvPr>
            <p:cNvSpPr/>
            <p:nvPr/>
          </p:nvSpPr>
          <p:spPr bwMode="auto">
            <a:xfrm>
              <a:off x="4464148" y="5693717"/>
              <a:ext cx="351656" cy="34797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85E3A229-B35A-F647-AED6-48E6DC26A79A}"/>
                </a:ext>
              </a:extLst>
            </p:cNvPr>
            <p:cNvCxnSpPr>
              <a:cxnSpLocks/>
              <a:endCxn id="7" idx="2"/>
            </p:cNvCxnSpPr>
            <p:nvPr/>
          </p:nvCxnSpPr>
          <p:spPr bwMode="auto">
            <a:xfrm>
              <a:off x="2051720" y="4558672"/>
              <a:ext cx="79208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A5792351-6C48-A140-AC10-1879DFEA41BA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 bwMode="auto">
            <a:xfrm>
              <a:off x="3275856" y="4558672"/>
              <a:ext cx="115212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B3B8B50B-0830-A340-B5AD-67372D28D4C3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 bwMode="auto">
            <a:xfrm>
              <a:off x="4860032" y="4558672"/>
              <a:ext cx="115212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631BD52B-5320-6C44-B8E7-42BA3AA545CB}"/>
                </a:ext>
              </a:extLst>
            </p:cNvPr>
            <p:cNvCxnSpPr>
              <a:cxnSpLocks/>
              <a:stCxn id="7" idx="4"/>
              <a:endCxn id="10" idx="0"/>
            </p:cNvCxnSpPr>
            <p:nvPr/>
          </p:nvCxnSpPr>
          <p:spPr bwMode="auto">
            <a:xfrm>
              <a:off x="3059832" y="4774696"/>
              <a:ext cx="0" cy="87698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06DC8ECE-8F65-684F-B081-381314C5D153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 bwMode="auto">
            <a:xfrm>
              <a:off x="3275856" y="5867706"/>
              <a:ext cx="115212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255D6F4-18E2-554F-A26A-649347B0E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4040" y="4469897"/>
              <a:ext cx="211584" cy="18135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E20E4415-EB49-F64E-B234-9A163AFF7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43064" y="4458435"/>
              <a:ext cx="225532" cy="200473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C2D98F6-EF2B-2B41-82C7-FE51A1111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35992" y="4469897"/>
              <a:ext cx="216024" cy="185163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D2B8BB8-2285-224C-9050-C6E1C62BC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70880" y="5778352"/>
              <a:ext cx="208493" cy="17870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7E27053-58D6-5F40-870B-D1BCB1479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43064" y="5778352"/>
              <a:ext cx="215939" cy="178708"/>
            </a:xfrm>
            <a:prstGeom prst="rect">
              <a:avLst/>
            </a:prstGeom>
          </p:spPr>
        </p:pic>
        <p:sp>
          <p:nvSpPr>
            <p:cNvPr id="23" name="弧 22">
              <a:extLst>
                <a:ext uri="{FF2B5EF4-FFF2-40B4-BE49-F238E27FC236}">
                  <a16:creationId xmlns:a16="http://schemas.microsoft.com/office/drawing/2014/main" id="{3F7BF45E-D42C-084A-AF36-3F485CCE1A8F}"/>
                </a:ext>
              </a:extLst>
            </p:cNvPr>
            <p:cNvSpPr/>
            <p:nvPr/>
          </p:nvSpPr>
          <p:spPr bwMode="auto">
            <a:xfrm rot="11500258">
              <a:off x="4454896" y="3933104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4" name="弧 23">
              <a:extLst>
                <a:ext uri="{FF2B5EF4-FFF2-40B4-BE49-F238E27FC236}">
                  <a16:creationId xmlns:a16="http://schemas.microsoft.com/office/drawing/2014/main" id="{B9A45BE8-A3DE-1841-A312-954C7470FF0B}"/>
                </a:ext>
              </a:extLst>
            </p:cNvPr>
            <p:cNvSpPr/>
            <p:nvPr/>
          </p:nvSpPr>
          <p:spPr bwMode="auto">
            <a:xfrm rot="11500258">
              <a:off x="6034464" y="3936055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5" name="弧 24">
              <a:extLst>
                <a:ext uri="{FF2B5EF4-FFF2-40B4-BE49-F238E27FC236}">
                  <a16:creationId xmlns:a16="http://schemas.microsoft.com/office/drawing/2014/main" id="{E5F98CE0-A626-684C-BCD6-279CD0056773}"/>
                </a:ext>
              </a:extLst>
            </p:cNvPr>
            <p:cNvSpPr/>
            <p:nvPr/>
          </p:nvSpPr>
          <p:spPr bwMode="auto">
            <a:xfrm rot="569221">
              <a:off x="2858044" y="6071119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0FCE6440-E93F-E94A-BD22-DC2A27EA4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33667" y="4199841"/>
              <a:ext cx="720076" cy="231453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AA87DAA1-E841-A446-9CB0-95144B1F4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90388" y="5122929"/>
              <a:ext cx="792084" cy="243718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B3436B0A-F07D-1A42-A21F-AEAE0D469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4273" y="3177505"/>
              <a:ext cx="648072" cy="240522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072E42B8-B881-404B-9F3E-558C31194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48323" y="4187411"/>
              <a:ext cx="680577" cy="226859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6315E3C9-8BEE-7544-B28D-F3007B67B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10649" y="3541508"/>
              <a:ext cx="781696" cy="240522"/>
            </a:xfrm>
            <a:prstGeom prst="rect">
              <a:avLst/>
            </a:prstGeom>
          </p:spPr>
        </p:pic>
        <p:sp>
          <p:nvSpPr>
            <p:cNvPr id="31" name="弧 30">
              <a:extLst>
                <a:ext uri="{FF2B5EF4-FFF2-40B4-BE49-F238E27FC236}">
                  <a16:creationId xmlns:a16="http://schemas.microsoft.com/office/drawing/2014/main" id="{EFF4FB2E-CD04-B448-B93A-D2BAE5F20F4C}"/>
                </a:ext>
              </a:extLst>
            </p:cNvPr>
            <p:cNvSpPr/>
            <p:nvPr/>
          </p:nvSpPr>
          <p:spPr bwMode="auto">
            <a:xfrm rot="10800000">
              <a:off x="3165623" y="4108247"/>
              <a:ext cx="3062555" cy="1327379"/>
            </a:xfrm>
            <a:prstGeom prst="arc">
              <a:avLst>
                <a:gd name="adj1" fmla="val 10787051"/>
                <a:gd name="adj2" fmla="val 0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C387458-5182-254B-9E92-EB0C2612E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958818" y="3177782"/>
              <a:ext cx="676893" cy="251218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66D66032-CA29-D545-9EE6-688B039AD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817601" y="3537822"/>
              <a:ext cx="816458" cy="251218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87AB8D6C-4B60-0847-8712-7B58C9421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34828" y="5100531"/>
              <a:ext cx="813495" cy="236176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D46AD10A-8684-A744-B9E1-AE41D3D47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835696" y="6232203"/>
              <a:ext cx="833511" cy="256465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D85C177-E550-C848-937D-34103CC87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502850" y="5995899"/>
              <a:ext cx="781113" cy="236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4418114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45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5E6D76-EE2F-FF45-B0F0-99E6BA6F5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303" y="1341703"/>
            <a:ext cx="3841395" cy="266429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69DA820-1D18-D947-BBCC-156862C34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16" y="4365105"/>
            <a:ext cx="6696744" cy="14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14829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2AE279-1760-4D6F-B11A-A8C91BB3425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若输入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0010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，该图灵机会在哪个状态停机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199DDC-A3A3-4F10-B3A5-19C0FDB456E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EC8CAA-2F9A-4FEA-97F3-5CC7D053A5D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091C47-8C9F-4AA2-BC2D-5C9BC7F9417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6BC8F7-CCAF-4460-812B-3FAF16A1274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209C589-1705-49A7-9388-CE98BA07CB7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0D3CA9C-9927-4512-9250-6F5C1762F3F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C2ADAAA-9ADD-4960-9695-F4C89E6C90E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C586D13-AF65-4831-B077-78FC8559BF5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8C86C3C-4B28-4407-B5B1-32C89CC0984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D16B8FE-8F60-4977-9CA1-2CDEDB98D49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70456" y="2414910"/>
            <a:ext cx="4415804" cy="3062692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FE4275BD-0EFA-482F-8B63-1AB530D937A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687A84A-3B53-4F59-86BF-7A2188CEE0B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EFCA4FC-F8B7-41D8-B421-AF7A37664AE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6B25D274-E27E-43DA-B94F-93C3585BC0E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0C27724-94E8-49E3-BFFA-B991FB5EDF2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BA2BD95-1153-4886-B3B3-9CA2437F5EA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65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46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5E6D76-EE2F-FF45-B0F0-99E6BA6F5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303" y="1363475"/>
            <a:ext cx="3841395" cy="26642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D995DE0-B1BE-0545-B718-0F258D104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600" y="4527349"/>
            <a:ext cx="6347737" cy="13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19669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AC6AD6E5-081D-1A46-AFA2-B869BFDF9CD9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CF69F8B-1389-AB4E-BC7B-34B7786119E1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C050DE5-61BC-864B-8B2C-88951EAEDCC0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419EC38-449E-6744-B4E2-997EA9A875BF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8006291-CF6A-CE47-B87D-110D2C73B53F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11E9DB2-FD1E-6F49-809D-1D4C6F99F5EF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9E66C86-F6A6-1349-B6E4-0E807F0189DA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801BB7A-7348-BE46-A52D-2EA58D6D7980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F8ADC0B-02FD-5146-B48E-A0B9C9F05033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11FA95E8-2361-3444-BC0B-46AA4E415740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EF922428-4858-A846-805E-35B33ADB8E0F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D88D71BE-E7C1-0D4C-838D-7A3C2CA7F03E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916F5EA1-F044-564F-B33A-8B30A3C4CA08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8D2E0E06-7A28-6442-A935-896A6B1AF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7D0F2D6F-FDD7-3747-AE7B-63FC95BF2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45DAD7F7-355B-5141-AEC3-0252471AD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F2D90E8F-4AC9-DE4D-8A85-09E820929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7029EE07-73D8-654A-8E7A-5D841E978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3022" y="4071343"/>
              <a:ext cx="203200" cy="317500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FAF5993D-5352-DC4A-9844-A5487DD5A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59696" y="4077693"/>
              <a:ext cx="203200" cy="3175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F230486-B568-2A4A-A5CB-2654016A5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89216" y="4079494"/>
              <a:ext cx="203200" cy="3175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940324FC-2D97-A342-942F-D71DF2B14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84043"/>
              <a:ext cx="152400" cy="3048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B24D959-D55C-7844-8510-777E454EB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79776" y="4077693"/>
              <a:ext cx="152400" cy="3048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092695BF-49B3-5D4E-BB11-6DB89588F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9856" y="4077693"/>
              <a:ext cx="152400" cy="304800"/>
            </a:xfrm>
            <a:prstGeom prst="rect">
              <a:avLst/>
            </a:prstGeom>
          </p:spPr>
        </p:pic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D915F904-A7AB-DE45-B3DC-20FFD51CFCE0}"/>
                </a:ext>
              </a:extLst>
            </p:cNvPr>
            <p:cNvCxnSpPr/>
            <p:nvPr/>
          </p:nvCxnSpPr>
          <p:spPr bwMode="auto">
            <a:xfrm flipV="1">
              <a:off x="2931477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56993712-DBDC-254A-AC3C-BDB06988EB45}"/>
              </a:ext>
            </a:extLst>
          </p:cNvPr>
          <p:cNvSpPr/>
          <p:nvPr/>
        </p:nvSpPr>
        <p:spPr bwMode="auto">
          <a:xfrm>
            <a:off x="805543" y="1959428"/>
            <a:ext cx="10580914" cy="346165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17006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AC6AD6E5-081D-1A46-AFA2-B869BFDF9CD9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CF69F8B-1389-AB4E-BC7B-34B7786119E1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C050DE5-61BC-864B-8B2C-88951EAEDCC0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419EC38-449E-6744-B4E2-997EA9A875BF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8006291-CF6A-CE47-B87D-110D2C73B53F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11E9DB2-FD1E-6F49-809D-1D4C6F99F5EF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9E66C86-F6A6-1349-B6E4-0E807F0189DA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801BB7A-7348-BE46-A52D-2EA58D6D7980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F8ADC0B-02FD-5146-B48E-A0B9C9F05033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11FA95E8-2361-3444-BC0B-46AA4E415740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EF922428-4858-A846-805E-35B33ADB8E0F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D88D71BE-E7C1-0D4C-838D-7A3C2CA7F03E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916F5EA1-F044-564F-B33A-8B30A3C4CA08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8D2E0E06-7A28-6442-A935-896A6B1AF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7D0F2D6F-FDD7-3747-AE7B-63FC95BF2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45DAD7F7-355B-5141-AEC3-0252471AD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F2D90E8F-4AC9-DE4D-8A85-09E820929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7029EE07-73D8-654A-8E7A-5D841E978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3022" y="4071343"/>
              <a:ext cx="203200" cy="317500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FAF5993D-5352-DC4A-9844-A5487DD5A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59696" y="4077693"/>
              <a:ext cx="203200" cy="317500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F230486-B568-2A4A-A5CB-2654016A5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89216" y="4079494"/>
              <a:ext cx="203200" cy="317500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940324FC-2D97-A342-942F-D71DF2B14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9936" y="4084043"/>
              <a:ext cx="152400" cy="304800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B24D959-D55C-7844-8510-777E454EB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79776" y="4077693"/>
              <a:ext cx="152400" cy="30480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092695BF-49B3-5D4E-BB11-6DB89588F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9856" y="4077693"/>
              <a:ext cx="152400" cy="304800"/>
            </a:xfrm>
            <a:prstGeom prst="rect">
              <a:avLst/>
            </a:prstGeom>
          </p:spPr>
        </p:pic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D915F904-A7AB-DE45-B3DC-20FFD51CFCE0}"/>
                </a:ext>
              </a:extLst>
            </p:cNvPr>
            <p:cNvCxnSpPr/>
            <p:nvPr/>
          </p:nvCxnSpPr>
          <p:spPr bwMode="auto">
            <a:xfrm flipV="1">
              <a:off x="2931477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953140590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A8B844E4-8DE8-E442-B2A9-1C40CCBD44EA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B322109-7066-204E-A3CE-AC0350AA2D58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930EDF4-7320-D14F-8F4B-1DD5D124B474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70EAF98-3995-6847-8846-65C0A26FDB25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495CC1F-E7FD-F041-8C96-4278696F2971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0EFFC37-A8FE-B140-80A4-DB2C1D4F6007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5BE1028-504F-2E43-B169-E5C76A89A465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C83D021-3BB6-CE4C-8E29-0449F1E3F4B5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FC186C13-C551-BD42-BFF7-C7B7D2369FED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AD87FB2F-CC52-1349-8E5A-FED57D7CDADD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F4769A89-A036-B145-88DB-537ED8863C08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C12AB978-D7D1-3547-92FB-87DF921B6026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6" name="图片 65">
            <a:extLst>
              <a:ext uri="{FF2B5EF4-FFF2-40B4-BE49-F238E27FC236}">
                <a16:creationId xmlns:a16="http://schemas.microsoft.com/office/drawing/2014/main" id="{263CD343-AE03-5645-8F74-701BC2CE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CFBA137D-0CC2-734E-BFF3-EE5F37DBE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C70D8E2B-BB0C-434C-B548-673C38F3E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E8FC4D70-759D-654D-8811-B3C0C6C87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95776B04-98EC-D849-BF68-B07949CC5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696" y="4077693"/>
            <a:ext cx="203200" cy="317500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C15AA323-CC89-A849-9327-7B21300DC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06D3AB7B-BDB8-284B-BA72-CF1913C2B2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676C1A8C-B972-A84C-8142-F3BB484619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776" y="4077693"/>
            <a:ext cx="152400" cy="30480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81AB67B4-CA81-BD4B-B7B2-306387EC2B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856" y="4077693"/>
            <a:ext cx="152400" cy="304800"/>
          </a:xfrm>
          <a:prstGeom prst="rect">
            <a:avLst/>
          </a:prstGeom>
        </p:spPr>
      </p:pic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64F91B69-B28C-204C-9AF4-E322C101CFF6}"/>
              </a:ext>
            </a:extLst>
          </p:cNvPr>
          <p:cNvCxnSpPr/>
          <p:nvPr/>
        </p:nvCxnSpPr>
        <p:spPr bwMode="auto">
          <a:xfrm flipV="1">
            <a:off x="363589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B404D3F-88DC-EC4B-8B01-EB1AF75751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5736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143BFFE1-4B7B-F14F-B0D3-3E2CCD1D9243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736A6EB-79C8-D24C-9BC0-12ADF30F1D3D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3F5FEE-36B1-074C-B351-574DD84CD821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21D8E9C-FD21-7A48-A92C-F94A02F4FA40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DF2DBE6-ADBA-534C-AB59-15F5A16D7586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E81A72A-6516-5344-A796-C747A38B0186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CEA2EE5-2482-DF4D-AA55-1E2E2BD95B34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2CE083D-8B16-5041-A1E9-7F80EB82AC94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0B829E85-62C3-CC41-B523-897F755AE039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780EF50D-9AC7-6F48-831C-F45FEA8C89AF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78FF4737-580D-7349-BE2E-A7F2D93D08A3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DA8F8AF3-9718-5645-83B7-D04153DAAF93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660B22BD-5371-0742-A1DE-53499720E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7BFA4B42-4844-2D41-92D8-4DEC46A92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0C0420B4-E60E-064B-AE6B-AD764B6DE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990DBD2-B0D4-2547-8B59-3445B5F65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A7F2823E-04FB-9C41-AAF8-4F664EC8B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696" y="4077693"/>
            <a:ext cx="203200" cy="3175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B6F9AB5-F141-D14D-88A0-BD1155B92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BE4DCFD-672B-B843-9DBD-3287B6F0B0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4E3416AC-B8C2-F74E-A1F2-098E7F4D2A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776" y="4077693"/>
            <a:ext cx="152400" cy="30480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EED6BAB-934B-4B41-A8BC-0EE95843E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856" y="4077693"/>
            <a:ext cx="152400" cy="304800"/>
          </a:xfrm>
          <a:prstGeom prst="rect">
            <a:avLst/>
          </a:prstGeom>
        </p:spPr>
      </p:pic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9B1D7F7F-25CE-FA46-A51B-8ECADFB0751C}"/>
              </a:ext>
            </a:extLst>
          </p:cNvPr>
          <p:cNvCxnSpPr/>
          <p:nvPr/>
        </p:nvCxnSpPr>
        <p:spPr bwMode="auto">
          <a:xfrm flipV="1">
            <a:off x="435597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1" name="图片 50">
            <a:extLst>
              <a:ext uri="{FF2B5EF4-FFF2-40B4-BE49-F238E27FC236}">
                <a16:creationId xmlns:a16="http://schemas.microsoft.com/office/drawing/2014/main" id="{7913BFB3-818E-3E45-8A48-29A064DE1F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60771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06AB2F89-A0CC-634E-BFB7-E178EF2637A2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3AE6E06-CA00-E542-B9E6-295D54F04AB8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F2A6C50-F1C6-EF4B-9297-DC384C59697A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9C45D2D-D6AD-B54A-87F4-AA7285D0FBBB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D7E9092-9536-5945-9AB2-9D390E67EB2D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7D311D4-B299-A543-BA0C-A3C739906951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FDA4EBD-66BB-0044-BB6D-071317A1B5E6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550B8D4-5FA4-C84B-822F-7C3B17C1C2AF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7D97F4DF-9E38-0848-9C1E-DAE95EA0D1B2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AD516279-A351-AF42-838C-77F0256616F9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2EE563DD-E057-0740-A6D9-2D55D103598C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801F6C19-1F26-5241-9885-198AD2EE322A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4" name="图片 63">
            <a:extLst>
              <a:ext uri="{FF2B5EF4-FFF2-40B4-BE49-F238E27FC236}">
                <a16:creationId xmlns:a16="http://schemas.microsoft.com/office/drawing/2014/main" id="{DC18CA82-3733-7447-8676-15F052711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D1ED8666-2CBC-F741-958E-F6AD463C9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0C3B60D1-E07F-DF49-9644-3E3C73C3A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1561D802-9766-604D-B0C7-340757C2E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8E06E859-3630-F643-8E8A-AC3C133A78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696" y="4077693"/>
            <a:ext cx="203200" cy="31750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C9117474-38EF-DC49-9B85-5BBA32E00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19BA1758-FAFE-6F4B-8DF4-9BC182E61F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1CBEF917-CF03-3A4C-807F-7C7B1A48FA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856" y="4077693"/>
            <a:ext cx="152400" cy="304800"/>
          </a:xfrm>
          <a:prstGeom prst="rect">
            <a:avLst/>
          </a:prstGeom>
        </p:spPr>
      </p:pic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1A3C4852-9F30-F84A-9059-418E41B60C7D}"/>
              </a:ext>
            </a:extLst>
          </p:cNvPr>
          <p:cNvCxnSpPr/>
          <p:nvPr/>
        </p:nvCxnSpPr>
        <p:spPr bwMode="auto">
          <a:xfrm flipV="1">
            <a:off x="363589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3" name="图片 72">
            <a:extLst>
              <a:ext uri="{FF2B5EF4-FFF2-40B4-BE49-F238E27FC236}">
                <a16:creationId xmlns:a16="http://schemas.microsoft.com/office/drawing/2014/main" id="{77EE6914-4EAC-DE41-B8A3-02D0D47E32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8B9D01CB-1897-474D-8794-6B56112825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813921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C21BF3-5B8F-114E-A722-F12457778557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E86EA5-F51C-B940-8029-40C6B9D70F92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A94259-7D12-A646-B818-2889280DD818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567159-F39A-EC43-BE23-AB4868786331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E330CD-AF5C-E74F-B395-B1EAD5D2AE7A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6A0244-3911-F94D-A69A-074EAE120488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338DD1-03F6-6F46-843A-CA81C39EF4AC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58F973-A0D7-7442-997F-7F9E7B605763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372D7DC-5BA2-9E42-A2AC-95B5AF8519CB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8ED1405-8AF3-1246-8FAA-46EB53DF8593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9E72048-CF48-2C47-9990-6CA34058E298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4B9BFD4D-D800-5D4F-AD52-72E853DE429E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2D84EB9B-B206-464E-AC9F-47C69A3C0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88039B7-56D4-0E41-A9E5-9EFC8A1A7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8D9B479-3558-4840-BD5D-FCC1DD92B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102C068-E282-3740-AF55-166817081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0D9707D-DE53-734A-878A-F05F116C8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696" y="4077693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F3835FE-284C-1743-85B5-0E8827F43F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A41334A-3BF3-344A-AD81-573A07B5AC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A94095D-720E-5948-8D53-579DF9C60C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856" y="4077693"/>
            <a:ext cx="152400" cy="304800"/>
          </a:xfrm>
          <a:prstGeom prst="rect">
            <a:avLst/>
          </a:prstGeom>
        </p:spPr>
      </p:pic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722CE57-6E8C-2C4B-96CB-A961BD034E8F}"/>
              </a:ext>
            </a:extLst>
          </p:cNvPr>
          <p:cNvCxnSpPr/>
          <p:nvPr/>
        </p:nvCxnSpPr>
        <p:spPr bwMode="auto">
          <a:xfrm flipV="1">
            <a:off x="291581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D94B8B8C-A9E9-9A44-BD3B-682FE3C3AC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E5C4849-9A48-5248-8933-2DFECE30A2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37917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BA3E22-5DA9-C14F-9E3B-9746FF2B998A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B6CF75-1E59-504B-9464-B31AEDCBA4A5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75BE66-4374-8044-86E3-8B593AAE4513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78273-1D04-8B4B-833A-F58C048F3D7E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83AECD-53E2-7D49-8AE8-560FB2E1CBF4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25F1CA-8382-A440-AAA9-EB5A3A18E2D2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3980D0-1655-6442-B716-4D0613E1178E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9C024B-32CD-3140-8C30-B40996E6C603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588CB47-F5F6-974B-B86F-20AE63D96A7E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A0A4370-8CCA-BE4A-9B7E-89AFF89AC967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EF2C96A-08AF-3B4E-BADD-8E645CA1D5AF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8673C75F-AA5B-AC46-87E5-3CD8422B22CF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3AA72BBF-E8B6-5B40-957C-C2242D01D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D8FFCCF-0E72-AE4C-803F-1B1F43FB8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B5053BA-4562-F049-BB28-C86F2C12A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F068412-19BD-FB4C-97A3-0CA25F50C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754B8B0-103C-864C-8939-22477B9083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696" y="4077693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C9E12AD-C22F-BB49-9FA4-837735B2D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C28D1AD-06E7-3743-A671-6F432256B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A9E0A06-A9E9-E543-8FC0-9B25E37903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856" y="4077693"/>
            <a:ext cx="152400" cy="304800"/>
          </a:xfrm>
          <a:prstGeom prst="rect">
            <a:avLst/>
          </a:prstGeom>
        </p:spPr>
      </p:pic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79BFD02-6CAC-B14F-A802-BA443D316E36}"/>
              </a:ext>
            </a:extLst>
          </p:cNvPr>
          <p:cNvCxnSpPr/>
          <p:nvPr/>
        </p:nvCxnSpPr>
        <p:spPr bwMode="auto">
          <a:xfrm flipV="1">
            <a:off x="363589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D86B4E8B-8352-A74A-A582-69056ACBE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B860F1C-484C-7548-8369-EEB7340153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66126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2A20646-BAAA-1B4B-B468-FBCC0C1A9097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566378-A88D-3D4B-81DA-765CD0DEEE1C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D47FDD-05F7-7E43-B7F5-CD99E396B82C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AA8822-B45C-CC44-A687-6F8A08D2D812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AA9EC0-E93B-C945-A26B-B7A31D679EC3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F61584-C926-AE4B-99A8-6325F5864732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6061A7-AAE5-C445-A968-43665F58279A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77D3AB-3406-4B45-94CD-46A5D6B2BD1C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5C87DFF-7AD5-0C4B-B278-DD3900BAE278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6F6CB09-645F-5144-942D-6705EEA22051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5DCEC97A-00C6-4143-BA2F-844902523EE3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E509230F-0583-A949-8790-C18BA1CD1AA8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739987C0-DFC7-3D4C-82F1-9E9A73A14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1783C5C-E234-2C4A-9ACE-D542CD28B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4A02B00-8FBE-2D42-8E45-F785F3E11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D83A41F-4202-C94E-9767-1822AB3BD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A70F78E-E9B2-E240-826F-9EBFBA2D7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EA9043B-054E-694F-A7EC-B72A5A9D5A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1945252-7B55-E34A-9097-E69F60ADBD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856" y="4077693"/>
            <a:ext cx="152400" cy="304800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B8D437B-23AE-D54C-8A46-556C56A9F8D2}"/>
              </a:ext>
            </a:extLst>
          </p:cNvPr>
          <p:cNvCxnSpPr/>
          <p:nvPr/>
        </p:nvCxnSpPr>
        <p:spPr bwMode="auto">
          <a:xfrm flipV="1">
            <a:off x="435597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634374C7-E237-9C47-A6B7-4951AB8423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A12E52F-E763-6F4C-8BAA-F4FF8E40AD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90EA224-DF7B-FF47-AF39-B7A72B5DAB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67624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15B0C52-F6B9-8E4B-B778-AB6A50AC5C5A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6F44DE-9355-344C-9B66-359CFDEC9CC2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49A45E-1751-614B-9011-B63D77F10A1E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7BFB41-316C-0A41-A5CC-F5EB4C1BA7A3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5048C1-21CF-9F47-A3D8-EBCD625DEEFC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E6EEFD-C365-B649-AA51-E17E255B429D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29A74A-AB5A-314A-A648-C5C9C878E601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DBDA72-C7B4-7748-8152-19EEEC0398E3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75DAFACC-B1EE-A74D-AA4A-D13672F71276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B73B15B-4BD2-6342-8B93-790F53786BDC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EC912A30-CF2D-C544-9AB4-E2B403937E6C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3415AC-A3E9-9146-BFC3-E04608097AC0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4A42CA7B-6333-A547-B8BA-814277CEE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C7A7A12-90A9-2E44-A4EB-899CCC355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DFDED38-95AE-4B4D-B931-653A842AB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4AAC430-0788-F843-97DE-DA43F3191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F494CBD-9B0D-3A4F-8B31-BF81D4152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29B5D03-7062-F949-9AB8-BA70662BBA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C71D4C8-B1B4-E64F-B2A6-11343092E4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856" y="4077693"/>
            <a:ext cx="152400" cy="304800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C2AAE238-4D21-AA4F-99BD-95399AAF6701}"/>
              </a:ext>
            </a:extLst>
          </p:cNvPr>
          <p:cNvCxnSpPr/>
          <p:nvPr/>
        </p:nvCxnSpPr>
        <p:spPr bwMode="auto">
          <a:xfrm flipV="1">
            <a:off x="507605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DF1AC0F1-CFBA-4A44-A4BC-7BDA3F8D3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5C1590D-E554-7546-A3FC-2A1A6C8984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F8F6E5B-8A4F-9749-8767-24972AFF2F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60052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E29B843-B90D-2247-AF63-A2C0B68A71B1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BEF547-E7EB-7842-B3AA-20BB168F1AB7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1F1D2A-C636-BF43-BAA4-3E574D36CA8C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701BA3-9AD7-3243-9CA2-4A8B0C3E7F10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FAECAF-9963-4948-83DC-0D51986868F5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2E9E81-411A-4242-A516-8BD7528310BA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A1C44E-D0F0-D44F-9065-70025DDA3FD9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5F6868-F568-5C48-BB77-7B0AA3A6D22F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87F5A4EF-1D2E-2440-939C-7FD246BF79E2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6DEAAB58-41A8-0C43-9E20-0A79964E53E9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4FD18B90-5E9A-2342-BFDB-D6F4D487D2AB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BC99BE45-A000-8D47-A7D2-4F0425D6D4DA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4D2EACFD-3EAC-6C48-8EC2-CD82417C7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0D264A8-3E9B-CE47-BCD0-14BC19AC6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2474091-AC8C-7E46-9F2A-4F331D36D6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A0D21C2-7C24-904A-9480-57932211E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BA193B4-D497-D34B-B698-7E96FC7B77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1627337-2B80-504E-82E5-269EF94894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5F2FAA54-94BD-9B4F-8D12-2F9AF96CDADF}"/>
              </a:ext>
            </a:extLst>
          </p:cNvPr>
          <p:cNvCxnSpPr/>
          <p:nvPr/>
        </p:nvCxnSpPr>
        <p:spPr bwMode="auto">
          <a:xfrm flipV="1">
            <a:off x="435597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936B260D-4A63-A743-B3FB-1BFFCFD74D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3BB6129-67CF-D543-ACBC-732F1CD040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9C250AB-D246-1646-B0B1-A95EA89BAD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BA069D7-079C-2B45-B368-AFC1E87D89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94133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3E041F7-45A1-3449-9B21-7D6113D30BA8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E99BE6-C79E-EA4E-AC43-287E3FB5D752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E67422-8838-8944-B291-0E1DB7BC1F5A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0CBC4D-6AB5-CA4D-9211-62EF6A5DE7F4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DD2EDC-0428-774B-805A-F96A1AF20514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ABC0C9-B9CD-1F41-AAFF-1DA3D3F6EE05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FEFDFE-15F4-0C4C-8E74-957464FBF1CD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D85F29-3739-3E4B-B7C9-B948F12D3772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9538C96-A2ED-2E4E-96B3-A79B96EE3D4F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7175CF73-0C13-7144-88C7-B4ED144A0CBC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5A378EF4-A9A4-F54A-9329-82DD39C57B9F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24674F96-E1EB-4C48-8EC3-4AF632282199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92951D78-CB79-1D4F-8B71-C0DF83C59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EABF529-A0B4-364B-B737-895E36805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0FB6304-37A8-E848-BEC6-06B95B505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729DFDE-3D7C-E640-BC74-5603FB853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FB7700C-8564-5845-A0D8-9313DB3EB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F65BCA1-019D-F445-9A4C-804A9180B5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ED247B7B-E2BF-AA41-BDE2-27B7B62A2263}"/>
              </a:ext>
            </a:extLst>
          </p:cNvPr>
          <p:cNvCxnSpPr/>
          <p:nvPr/>
        </p:nvCxnSpPr>
        <p:spPr bwMode="auto">
          <a:xfrm flipV="1">
            <a:off x="363589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A8CFA0D2-7470-A944-9E61-8B18B1C355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0D22EDA-2000-7C4D-AD2F-824CC66077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3D90F8F-83E8-0346-9024-4BCE097846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F37A29F-963E-DD48-B5DA-3FFF811700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43362"/>
      </p:ext>
    </p:extLst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86533B-72A8-A94C-B795-1A169D8A6018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4F45EF-3641-1645-84FD-62F1DE2170C8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29CADA-05D1-7D48-B757-59F337C4974A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EBDAE8-A7D5-6347-8B8F-DD92B445AAA1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780C7B-179B-8A49-9929-DC3C6C897B11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9AA56C-2A78-6D4B-A04A-4FC5A9CFEAB8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E24DDB-2555-CE4A-A9AB-266C8B2D5BCC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951C55-8F47-6440-8852-2773748B6095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7848C461-93EE-6147-A658-DE96054AE06D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9CD50C-19BA-0B48-9D77-93C6870C2076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45EBD8A-F5AD-2B41-97DF-31FA6A589F4A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B6F78395-8ACC-2A4A-BFB7-BC25EE56EDB4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A92E76FD-E830-8D45-8AF1-619EE3A28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AFA0508-0DCE-064A-B279-A30EFC0EA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216D656-5F1A-A645-84D1-E7284017D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00B5211-8493-8E45-852B-FAA4D2942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EE11A52-EC1D-EB47-B47B-6A17C4C7F4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796A101-A62A-3B4D-8D26-932E048C2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71EC0BE-A1DA-9347-82FD-DBA99663B729}"/>
              </a:ext>
            </a:extLst>
          </p:cNvPr>
          <p:cNvCxnSpPr/>
          <p:nvPr/>
        </p:nvCxnSpPr>
        <p:spPr bwMode="auto">
          <a:xfrm flipV="1">
            <a:off x="435597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FFD8F808-7FB2-4741-9B35-D653471B33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1465DC7-4474-8945-B031-68A4E89DAB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FCFA68A-60B7-EC47-87AF-DA9EB68F0D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6DE4134-0077-0C48-A111-226A40A9A7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78641"/>
      </p:ext>
    </p:extLst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ABD1AEC-1D32-DD46-9C73-73F181BB1301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D0E0A3-4F04-494D-A576-C5CC0E9A607A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74E7B1-7700-7E42-9FB5-DA53AA83A6CA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CB6568-0025-C949-A71D-E7A4EF22909A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07ECB2-EF4C-374B-89C2-D9A8D9048357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B37EC5-569E-F447-9368-127A597A6C69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D38348-6C5F-134B-9C29-815CA745C045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2030DD-BA44-1D49-A06F-D17AF8863E8F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941A7696-61EB-374A-9141-D61AACFAF52F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F826CA71-7DC5-7D46-B1E1-08CA049F3EE7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06D6DA5-6DA9-1848-93C3-2A0F673F23B4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6E9756E2-6018-BB41-A117-D450BE5CA5C4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A15F619B-F247-674A-A05F-B2D3531EA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AAD89A7-8881-4245-A9A0-159D10276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4F84B32-1383-6749-A599-87EC943C9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3D9F5AE-F99B-0441-9E7F-270236257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AD4C79D-4AC9-FF43-B329-E565B5C80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D579053-D545-E745-83BF-BD39F26C9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936" y="4084043"/>
            <a:ext cx="152400" cy="304800"/>
          </a:xfrm>
          <a:prstGeom prst="rect">
            <a:avLst/>
          </a:prstGeom>
        </p:spPr>
      </p:pic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E8A9D4A8-E703-0948-A2D4-0244A9BDBC1A}"/>
              </a:ext>
            </a:extLst>
          </p:cNvPr>
          <p:cNvCxnSpPr/>
          <p:nvPr/>
        </p:nvCxnSpPr>
        <p:spPr bwMode="auto">
          <a:xfrm flipV="1">
            <a:off x="507605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D6241F76-970C-9B4C-8481-70B118F50E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35F5BE3-4D0F-AA4A-9190-C61E3AD9A1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8ABECE-ABAF-D947-A407-43E9106664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10BD0D3-DC56-5648-8C28-FC4EFE4C3A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12243"/>
      </p:ext>
    </p:extLst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AA71406-6B9A-964F-B3DB-F495B5BFEC6B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8AA06E-FD8F-994C-BBD5-C4D573027FDE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3D71DD-3969-1941-BC3E-65D246CBA7C0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14747D-1199-7245-B455-41F83DA62FDE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19B812-37CE-E447-94E0-1C7FC2CE4938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B1C7E5-68AF-5646-A8F6-FD0445FE9AD5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E651B-C0D2-F24A-A73A-0B007216932D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2826CC-3E8E-F246-BFD1-87740A8CACBC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6569CF0-A35E-9547-A557-6831166311EF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96144491-6919-A042-A4CF-C19729AEE054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4CCE1ED6-E19E-9D40-B52B-24E28BB8EFE8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BB83043D-CD41-244C-AA58-A732FD467256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318BDBE5-707F-8B41-8CAB-76F94BD3B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32F5089-D409-4F4A-822E-6CF956FEC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C62D1FF-8357-E648-8817-AA958A3C9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08AFA14-7B69-8D4B-A52B-D596B7FC9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C1667B6-7A87-CC4B-9E35-E8D759635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A2CA496-7D57-2346-A41C-5831BCC3FC85}"/>
              </a:ext>
            </a:extLst>
          </p:cNvPr>
          <p:cNvCxnSpPr/>
          <p:nvPr/>
        </p:nvCxnSpPr>
        <p:spPr bwMode="auto">
          <a:xfrm flipV="1">
            <a:off x="579613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37AD5859-7AEF-8648-8A44-DCB3C64CA6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04B7AEF-C60C-C741-829C-FB0AB1EB43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706C433-936F-B440-B671-3C672C1F9E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0A1AC59-D34F-2140-B314-F1FB30212D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3AA7D9C-1A6B-5745-BED7-8506993E2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7928" y="4084043"/>
            <a:ext cx="393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145"/>
      </p:ext>
    </p:extLst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9C54B8B-EECC-0B45-AE37-9CFD2196BE4A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32381D-BA7B-D949-BA3F-17DB631525E1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DA75C4-DF95-8B47-988A-807EF0F0E4C4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D19B25-9FDE-CB4B-9536-F0D7DAD463BE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056B48-A060-3841-89C2-B53A8EAD5633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57EE8F-D026-D84E-A232-42477DDECD14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C81195-7655-6144-A13E-69CD83CF1304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2A3238-3C6B-EA41-BB3B-B566868073AE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C650D5D-E0FB-AC4F-B0E6-19812439EE05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79518A50-CBC3-C74D-8D5D-A1F7BFD4A27C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FAA8AAAB-F984-C240-A5CA-ECDD39622F4E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6F2180DD-DD17-BD4E-B0C6-B0674E37FBD9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28869948-CCFB-3446-8BCF-30D4ED750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66EC26A-CC0D-B143-9ED7-449DF601E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EB6D395-C002-B74E-B668-BFB6E14F9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EC8EA5C-FD74-1C44-943F-ACBD9017C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4A0B1ED-A9BB-6A43-9CB0-3E064B9670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216" y="4079494"/>
            <a:ext cx="203200" cy="317500"/>
          </a:xfrm>
          <a:prstGeom prst="rect">
            <a:avLst/>
          </a:prstGeom>
        </p:spPr>
      </p:pic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928DFA73-491C-AA49-B1AF-4057BAA7DD2E}"/>
              </a:ext>
            </a:extLst>
          </p:cNvPr>
          <p:cNvCxnSpPr/>
          <p:nvPr/>
        </p:nvCxnSpPr>
        <p:spPr bwMode="auto">
          <a:xfrm flipV="1">
            <a:off x="651621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52EE28C2-1D92-4C4C-B434-E2D3059CA2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3E68528-27B4-4A40-BB34-D02F52BDDD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AF7A0A0-AD51-8141-97F6-17DB5812A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D7CEAAC-1546-AF46-861C-47CF2D2C41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C099CCC-23A5-4B4C-ABC3-2112190686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7928" y="4084043"/>
            <a:ext cx="393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80667"/>
      </p:ext>
    </p:extLst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C65AD6B-DC2C-0240-9AD8-5EB30568BE11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9BCE95-E7A2-3A4B-82D5-DE884A9559B7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D4DFFC-6143-8E4F-B728-B9F51796B93C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FF813F-E190-AC44-B377-F916A720C0F9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20C94D-3136-964B-991B-98A870E1271A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AA197C-0D22-6C4E-BFB8-C3EF0B6A7DEB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0FCB69-63F3-6942-8B8A-A21DA3DD1C4F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6EB1E8-622D-FE4D-AD56-0ECD778D4924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D3134F4-8346-4640-82FD-EC1754FCDEA0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97828AC4-E5DD-5045-BC1F-0EF4C2D58388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13C9A09F-ACBD-BA4C-9120-4144964411A8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793636AA-DD15-E24A-9167-1A5488102293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592257B5-A84F-544A-8541-CDE506A80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01C5CAA-4915-1B42-8CF7-6B5211497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3B2C0E5-A592-FA41-886E-B96257D54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B57ACD7-CD24-8A47-B018-F31CFE0FF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81DD0CF3-F3EF-AD44-8815-B64C83AB12FD}"/>
              </a:ext>
            </a:extLst>
          </p:cNvPr>
          <p:cNvCxnSpPr/>
          <p:nvPr/>
        </p:nvCxnSpPr>
        <p:spPr bwMode="auto">
          <a:xfrm flipV="1">
            <a:off x="579613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7534C981-9061-794D-A925-74333F68F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37D7FE6-7931-2540-B619-AAB4EBE676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7ECAA1F-9B6A-D346-9DD6-C9BB58B4C0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8160753-E9D8-D045-AA2D-B70F82EDD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FC8A406-19BA-8143-9B3A-67CC52EA4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928" y="408404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D929860-64B6-C242-B3F3-704ED230A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011" y="4084043"/>
            <a:ext cx="342900" cy="3175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D2CF696-6BB5-714B-A63E-4CBCC2417D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576" y="5733256"/>
            <a:ext cx="7848869" cy="4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44925"/>
      </p:ext>
    </p:extLst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64AEE94-15FF-644A-BED7-3826FAAF965E}"/>
              </a:ext>
            </a:extLst>
          </p:cNvPr>
          <p:cNvSpPr/>
          <p:nvPr/>
        </p:nvSpPr>
        <p:spPr bwMode="auto">
          <a:xfrm>
            <a:off x="183569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B6308E-2460-BA45-86E3-1E8BA3D2534D}"/>
              </a:ext>
            </a:extLst>
          </p:cNvPr>
          <p:cNvSpPr/>
          <p:nvPr/>
        </p:nvSpPr>
        <p:spPr bwMode="auto">
          <a:xfrm>
            <a:off x="255577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C63F04-4809-D94A-B97F-5964605695C1}"/>
              </a:ext>
            </a:extLst>
          </p:cNvPr>
          <p:cNvSpPr/>
          <p:nvPr/>
        </p:nvSpPr>
        <p:spPr bwMode="auto">
          <a:xfrm>
            <a:off x="327585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BF5880-5D52-0E46-970F-AE0422A156B0}"/>
              </a:ext>
            </a:extLst>
          </p:cNvPr>
          <p:cNvSpPr/>
          <p:nvPr/>
        </p:nvSpPr>
        <p:spPr bwMode="auto">
          <a:xfrm>
            <a:off x="3995936" y="3861048"/>
            <a:ext cx="720080" cy="72008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38AED2-0FB2-5142-A6DF-521C866DC25A}"/>
              </a:ext>
            </a:extLst>
          </p:cNvPr>
          <p:cNvSpPr/>
          <p:nvPr/>
        </p:nvSpPr>
        <p:spPr bwMode="auto">
          <a:xfrm>
            <a:off x="4716016" y="3861048"/>
            <a:ext cx="720080" cy="720080"/>
          </a:xfrm>
          <a:prstGeom prst="rect">
            <a:avLst/>
          </a:prstGeom>
          <a:solidFill>
            <a:srgbClr val="00B0F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006C17-540C-1A41-8B1B-6BBAF93C4442}"/>
              </a:ext>
            </a:extLst>
          </p:cNvPr>
          <p:cNvSpPr/>
          <p:nvPr/>
        </p:nvSpPr>
        <p:spPr bwMode="auto">
          <a:xfrm>
            <a:off x="5436096" y="3861048"/>
            <a:ext cx="720080" cy="720080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E4F37B-A76F-C044-BB0D-A62319123760}"/>
              </a:ext>
            </a:extLst>
          </p:cNvPr>
          <p:cNvSpPr/>
          <p:nvPr/>
        </p:nvSpPr>
        <p:spPr bwMode="auto">
          <a:xfrm>
            <a:off x="6156176" y="3861048"/>
            <a:ext cx="720080" cy="720080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769AE9-A812-DD46-8C26-25C8CAF4F84E}"/>
              </a:ext>
            </a:extLst>
          </p:cNvPr>
          <p:cNvSpPr/>
          <p:nvPr/>
        </p:nvSpPr>
        <p:spPr bwMode="auto">
          <a:xfrm>
            <a:off x="6876256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2222A133-B8D6-8C4A-87FF-31BE67B0A8FB}"/>
              </a:ext>
            </a:extLst>
          </p:cNvPr>
          <p:cNvCxnSpPr/>
          <p:nvPr/>
        </p:nvCxnSpPr>
        <p:spPr bwMode="auto">
          <a:xfrm flipH="1">
            <a:off x="111561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A64E6E9-BE35-CD45-BE48-2240F0BC93B8}"/>
              </a:ext>
            </a:extLst>
          </p:cNvPr>
          <p:cNvCxnSpPr/>
          <p:nvPr/>
        </p:nvCxnSpPr>
        <p:spPr bwMode="auto">
          <a:xfrm flipH="1">
            <a:off x="111561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4270EA08-1D42-554F-A04C-159DE9869671}"/>
              </a:ext>
            </a:extLst>
          </p:cNvPr>
          <p:cNvCxnSpPr/>
          <p:nvPr/>
        </p:nvCxnSpPr>
        <p:spPr bwMode="auto">
          <a:xfrm flipH="1">
            <a:off x="7596336" y="386104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277DDA67-24F1-A842-ADBB-B89B7EFD9BEB}"/>
              </a:ext>
            </a:extLst>
          </p:cNvPr>
          <p:cNvCxnSpPr/>
          <p:nvPr/>
        </p:nvCxnSpPr>
        <p:spPr bwMode="auto">
          <a:xfrm flipH="1">
            <a:off x="7596336" y="4581128"/>
            <a:ext cx="72008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094E10E0-4491-2D41-A9F7-F665A1352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3" y="4221088"/>
            <a:ext cx="469900" cy="50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B473B31-973A-3548-93A1-A1D1C54D3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26" y="4217393"/>
            <a:ext cx="469900" cy="50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F99A272-0DED-F14C-BD28-E425B09FE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063" y="4071343"/>
            <a:ext cx="342900" cy="3175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26D4DD6-F2BB-DD48-825E-29B87B32C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46" y="4071343"/>
            <a:ext cx="342900" cy="317500"/>
          </a:xfrm>
          <a:prstGeom prst="rect">
            <a:avLst/>
          </a:prstGeom>
        </p:spPr>
      </p:pic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FDA01A74-6C93-5043-8509-BC3E4196E6D0}"/>
              </a:ext>
            </a:extLst>
          </p:cNvPr>
          <p:cNvCxnSpPr/>
          <p:nvPr/>
        </p:nvCxnSpPr>
        <p:spPr bwMode="auto">
          <a:xfrm flipV="1">
            <a:off x="6516216" y="4653136"/>
            <a:ext cx="0" cy="50405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6C4ED43B-291D-084B-A890-C4DE81932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627" y="4084043"/>
            <a:ext cx="393700" cy="3175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36FE2E3-18A9-9E4A-828E-8169449D66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3140" y="4084043"/>
            <a:ext cx="342900" cy="3175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545CCDD-5CFF-AD46-BC45-67D17C7496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2260" y="4077693"/>
            <a:ext cx="393700" cy="3175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2206C7D-DD34-9843-864F-889E782FFE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198" y="4087691"/>
            <a:ext cx="342900" cy="317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210E3DF-358C-9142-A3CA-114D5AE61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928" y="4084043"/>
            <a:ext cx="393700" cy="317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1518AFA-B1BB-8E42-938E-D973304234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011" y="4084043"/>
            <a:ext cx="3429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58611"/>
      </p:ext>
    </p:extLst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47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797"/>
          <a:stretch/>
        </p:blipFill>
        <p:spPr>
          <a:xfrm>
            <a:off x="2135561" y="1556793"/>
            <a:ext cx="8236831" cy="1368152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86D3883-0138-114D-9238-1397540C9736}"/>
              </a:ext>
            </a:extLst>
          </p:cNvPr>
          <p:cNvGrpSpPr/>
          <p:nvPr/>
        </p:nvGrpSpPr>
        <p:grpSpPr>
          <a:xfrm>
            <a:off x="1115616" y="3861048"/>
            <a:ext cx="7200800" cy="1296144"/>
            <a:chOff x="1115616" y="3861048"/>
            <a:chExt cx="7200800" cy="129614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A54F3DA-83CF-1F46-A3F7-DBD4CA7A2CE6}"/>
                </a:ext>
              </a:extLst>
            </p:cNvPr>
            <p:cNvSpPr/>
            <p:nvPr/>
          </p:nvSpPr>
          <p:spPr bwMode="auto">
            <a:xfrm>
              <a:off x="183569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5AD6DB7-A904-9C40-AC61-C6038B2CE0D6}"/>
                </a:ext>
              </a:extLst>
            </p:cNvPr>
            <p:cNvSpPr/>
            <p:nvPr/>
          </p:nvSpPr>
          <p:spPr bwMode="auto">
            <a:xfrm>
              <a:off x="255577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A9158F1-6599-6841-9C57-A64123951C9F}"/>
                </a:ext>
              </a:extLst>
            </p:cNvPr>
            <p:cNvSpPr/>
            <p:nvPr/>
          </p:nvSpPr>
          <p:spPr bwMode="auto">
            <a:xfrm>
              <a:off x="327585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2DCF17-9E17-4948-90D0-EFD35006D0F7}"/>
                </a:ext>
              </a:extLst>
            </p:cNvPr>
            <p:cNvSpPr/>
            <p:nvPr/>
          </p:nvSpPr>
          <p:spPr bwMode="auto">
            <a:xfrm>
              <a:off x="3995936" y="3861048"/>
              <a:ext cx="720080" cy="7200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A2CA7A8-1509-394F-8527-B5E45EC14FD3}"/>
                </a:ext>
              </a:extLst>
            </p:cNvPr>
            <p:cNvSpPr/>
            <p:nvPr/>
          </p:nvSpPr>
          <p:spPr bwMode="auto">
            <a:xfrm>
              <a:off x="4716016" y="3861048"/>
              <a:ext cx="720080" cy="720080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B4CF08A-AEE6-2345-83A4-0ECDC4AA81C7}"/>
                </a:ext>
              </a:extLst>
            </p:cNvPr>
            <p:cNvSpPr/>
            <p:nvPr/>
          </p:nvSpPr>
          <p:spPr bwMode="auto">
            <a:xfrm>
              <a:off x="543609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43A0F53-BBB0-9B4A-9A3B-197D3D5644D9}"/>
                </a:ext>
              </a:extLst>
            </p:cNvPr>
            <p:cNvSpPr/>
            <p:nvPr/>
          </p:nvSpPr>
          <p:spPr bwMode="auto">
            <a:xfrm>
              <a:off x="6156176" y="3861048"/>
              <a:ext cx="720080" cy="72008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1F4F0A1-65FA-7044-8A23-99622070062A}"/>
                </a:ext>
              </a:extLst>
            </p:cNvPr>
            <p:cNvSpPr/>
            <p:nvPr/>
          </p:nvSpPr>
          <p:spPr bwMode="auto">
            <a:xfrm>
              <a:off x="6876256" y="3861048"/>
              <a:ext cx="720080" cy="72008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9B00F6AC-B777-2643-AFB0-AFF0EA32A72E}"/>
                </a:ext>
              </a:extLst>
            </p:cNvPr>
            <p:cNvCxnSpPr/>
            <p:nvPr/>
          </p:nvCxnSpPr>
          <p:spPr bwMode="auto">
            <a:xfrm flipH="1">
              <a:off x="111561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61206D7A-04AC-9A48-9B26-8E7C92B8DEC2}"/>
                </a:ext>
              </a:extLst>
            </p:cNvPr>
            <p:cNvCxnSpPr/>
            <p:nvPr/>
          </p:nvCxnSpPr>
          <p:spPr bwMode="auto">
            <a:xfrm flipH="1">
              <a:off x="111561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A5B96838-D47C-A540-8956-E50579E9ECF1}"/>
                </a:ext>
              </a:extLst>
            </p:cNvPr>
            <p:cNvCxnSpPr/>
            <p:nvPr/>
          </p:nvCxnSpPr>
          <p:spPr bwMode="auto">
            <a:xfrm flipH="1">
              <a:off x="7596336" y="386104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CD3FD29F-DE86-4845-8E1E-7363BBA8965C}"/>
                </a:ext>
              </a:extLst>
            </p:cNvPr>
            <p:cNvCxnSpPr/>
            <p:nvPr/>
          </p:nvCxnSpPr>
          <p:spPr bwMode="auto">
            <a:xfrm flipH="1">
              <a:off x="7596336" y="4581128"/>
              <a:ext cx="72008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7475A36-5C01-BB45-B2E6-D7BD0BCA2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093" y="4221088"/>
              <a:ext cx="469900" cy="508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356B2A8-734B-844E-AA72-BA97058BC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1426" y="4217393"/>
              <a:ext cx="469900" cy="5080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DA8BA637-810F-4D47-9C5C-0AE6AE44B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2063" y="4071343"/>
              <a:ext cx="342900" cy="31750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7A9ACE5-98E3-4F49-98E8-2F479CC26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4846" y="4071343"/>
              <a:ext cx="342900" cy="317500"/>
            </a:xfrm>
            <a:prstGeom prst="rect">
              <a:avLst/>
            </a:prstGeom>
          </p:spPr>
        </p:pic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476350F9-5F6B-3541-B9AE-AB631435DB27}"/>
                </a:ext>
              </a:extLst>
            </p:cNvPr>
            <p:cNvCxnSpPr/>
            <p:nvPr/>
          </p:nvCxnSpPr>
          <p:spPr bwMode="auto">
            <a:xfrm flipV="1">
              <a:off x="7236296" y="4653136"/>
              <a:ext cx="0" cy="50405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275925E1-34C9-1E47-8765-D65E51808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4627" y="4084043"/>
              <a:ext cx="393700" cy="3175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2DAC834-C005-CF42-BEB4-C5C59D5CA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13140" y="4084043"/>
              <a:ext cx="342900" cy="31750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C77D192D-003A-1748-843B-FEFE3F2F7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42260" y="4077693"/>
              <a:ext cx="393700" cy="3175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6C0F15E-D753-4F4C-8907-C0F3AE368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42198" y="4087691"/>
              <a:ext cx="342900" cy="317500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2733BACD-A763-114C-88B2-B4F4BAB60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07928" y="4084043"/>
              <a:ext cx="393700" cy="31750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D76BFC5C-34A6-0C45-97A5-49EA01B0F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77011" y="4084043"/>
              <a:ext cx="342900" cy="31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3569371"/>
      </p:ext>
    </p:extLst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64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61" y="1556793"/>
            <a:ext cx="8236831" cy="424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99850"/>
      </p:ext>
    </p:extLst>
  </p:cSld>
  <p:clrMapOvr>
    <a:masterClrMapping/>
  </p:clrMapOvr>
  <p:transition spd="med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65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186"/>
          <a:stretch/>
        </p:blipFill>
        <p:spPr>
          <a:xfrm>
            <a:off x="2135561" y="1556793"/>
            <a:ext cx="8236831" cy="1224136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BA86A8E1-89BD-5044-B020-B5A7C91595AE}"/>
              </a:ext>
            </a:extLst>
          </p:cNvPr>
          <p:cNvGrpSpPr/>
          <p:nvPr/>
        </p:nvGrpSpPr>
        <p:grpSpPr>
          <a:xfrm>
            <a:off x="3440044" y="2537590"/>
            <a:ext cx="5891516" cy="4194000"/>
            <a:chOff x="2003130" y="2470480"/>
            <a:chExt cx="5891516" cy="4194418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60FF0DFE-BC5B-CE47-92E2-5F5ABAE4226F}"/>
                </a:ext>
              </a:extLst>
            </p:cNvPr>
            <p:cNvSpPr/>
            <p:nvPr/>
          </p:nvSpPr>
          <p:spPr bwMode="auto">
            <a:xfrm>
              <a:off x="2850391" y="427475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1A50E7B5-A389-8F42-B38C-3AEC9735ACA0}"/>
                </a:ext>
              </a:extLst>
            </p:cNvPr>
            <p:cNvSpPr/>
            <p:nvPr/>
          </p:nvSpPr>
          <p:spPr bwMode="auto">
            <a:xfrm>
              <a:off x="4427984" y="3455835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D271D479-0278-184C-9A62-F5113F4CBE3C}"/>
                </a:ext>
              </a:extLst>
            </p:cNvPr>
            <p:cNvSpPr/>
            <p:nvPr/>
          </p:nvSpPr>
          <p:spPr bwMode="auto">
            <a:xfrm>
              <a:off x="4427984" y="5157191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E4ED62AD-8596-3D43-A52D-137EC710D080}"/>
                </a:ext>
              </a:extLst>
            </p:cNvPr>
            <p:cNvSpPr/>
            <p:nvPr/>
          </p:nvSpPr>
          <p:spPr bwMode="auto">
            <a:xfrm>
              <a:off x="6156176" y="4274758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CECC488-C531-FC4E-9572-30D989939DE8}"/>
                </a:ext>
              </a:extLst>
            </p:cNvPr>
            <p:cNvSpPr/>
            <p:nvPr/>
          </p:nvSpPr>
          <p:spPr bwMode="auto">
            <a:xfrm>
              <a:off x="2850391" y="6093296"/>
              <a:ext cx="432048" cy="43204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B75B8B5E-4D5B-EB43-A1B1-6D38C9056823}"/>
                </a:ext>
              </a:extLst>
            </p:cNvPr>
            <p:cNvSpPr/>
            <p:nvPr/>
          </p:nvSpPr>
          <p:spPr bwMode="auto">
            <a:xfrm>
              <a:off x="2886555" y="6135331"/>
              <a:ext cx="351656" cy="347978"/>
            </a:xfrm>
            <a:prstGeom prst="ellips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A3C35A38-04F3-EF4D-BF9D-D724371BF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5471" y="6219966"/>
              <a:ext cx="215939" cy="178708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399B993A-0C4D-9448-85A9-5889EA58F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69826" y="4399770"/>
              <a:ext cx="211584" cy="18135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56C7002A-894A-5C4D-A7AD-F40C18A34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31242" y="3571622"/>
              <a:ext cx="225532" cy="200473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C91FAC34-8560-024C-AA09-3967B2E34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54659" y="5280633"/>
              <a:ext cx="216024" cy="185163"/>
            </a:xfrm>
            <a:prstGeom prst="rect">
              <a:avLst/>
            </a:prstGeom>
          </p:spPr>
        </p:pic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33580967-25E0-AF4F-855A-669221175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67953" y="4402420"/>
              <a:ext cx="208493" cy="178708"/>
            </a:xfrm>
            <a:prstGeom prst="rect">
              <a:avLst/>
            </a:prstGeom>
          </p:spPr>
        </p:pic>
        <p:cxnSp>
          <p:nvCxnSpPr>
            <p:cNvPr id="64" name="直线箭头连接符 63">
              <a:extLst>
                <a:ext uri="{FF2B5EF4-FFF2-40B4-BE49-F238E27FC236}">
                  <a16:creationId xmlns:a16="http://schemas.microsoft.com/office/drawing/2014/main" id="{042C2F1A-1199-7D43-9489-7DA51B27EA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58303" y="4509120"/>
              <a:ext cx="79208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线箭头连接符 64">
              <a:extLst>
                <a:ext uri="{FF2B5EF4-FFF2-40B4-BE49-F238E27FC236}">
                  <a16:creationId xmlns:a16="http://schemas.microsoft.com/office/drawing/2014/main" id="{DB0E5CC4-F119-8746-943C-CD2D3D021B9C}"/>
                </a:ext>
              </a:extLst>
            </p:cNvPr>
            <p:cNvCxnSpPr>
              <a:cxnSpLocks/>
              <a:stCxn id="53" idx="7"/>
              <a:endCxn id="54" idx="2"/>
            </p:cNvCxnSpPr>
            <p:nvPr/>
          </p:nvCxnSpPr>
          <p:spPr bwMode="auto">
            <a:xfrm flipV="1">
              <a:off x="3219167" y="3671859"/>
              <a:ext cx="1208817" cy="66617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线箭头连接符 65">
              <a:extLst>
                <a:ext uri="{FF2B5EF4-FFF2-40B4-BE49-F238E27FC236}">
                  <a16:creationId xmlns:a16="http://schemas.microsoft.com/office/drawing/2014/main" id="{5822BA6D-FDEC-334A-841F-2A0A349A01E9}"/>
                </a:ext>
              </a:extLst>
            </p:cNvPr>
            <p:cNvCxnSpPr>
              <a:cxnSpLocks/>
              <a:stCxn id="53" idx="5"/>
              <a:endCxn id="55" idx="2"/>
            </p:cNvCxnSpPr>
            <p:nvPr/>
          </p:nvCxnSpPr>
          <p:spPr bwMode="auto">
            <a:xfrm>
              <a:off x="3219167" y="4643534"/>
              <a:ext cx="1208817" cy="72968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线箭头连接符 66">
              <a:extLst>
                <a:ext uri="{FF2B5EF4-FFF2-40B4-BE49-F238E27FC236}">
                  <a16:creationId xmlns:a16="http://schemas.microsoft.com/office/drawing/2014/main" id="{037BB190-F973-3048-8A70-4B4AB581EF5C}"/>
                </a:ext>
              </a:extLst>
            </p:cNvPr>
            <p:cNvCxnSpPr>
              <a:cxnSpLocks/>
              <a:stCxn id="54" idx="6"/>
              <a:endCxn id="56" idx="1"/>
            </p:cNvCxnSpPr>
            <p:nvPr/>
          </p:nvCxnSpPr>
          <p:spPr bwMode="auto">
            <a:xfrm>
              <a:off x="4860032" y="3671859"/>
              <a:ext cx="1359416" cy="66617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线箭头连接符 67">
              <a:extLst>
                <a:ext uri="{FF2B5EF4-FFF2-40B4-BE49-F238E27FC236}">
                  <a16:creationId xmlns:a16="http://schemas.microsoft.com/office/drawing/2014/main" id="{B74742D8-7EB3-B64A-A121-F407BF1EADC9}"/>
                </a:ext>
              </a:extLst>
            </p:cNvPr>
            <p:cNvCxnSpPr>
              <a:cxnSpLocks/>
              <a:stCxn id="55" idx="6"/>
              <a:endCxn id="56" idx="3"/>
            </p:cNvCxnSpPr>
            <p:nvPr/>
          </p:nvCxnSpPr>
          <p:spPr bwMode="auto">
            <a:xfrm flipV="1">
              <a:off x="4860032" y="4643534"/>
              <a:ext cx="1359416" cy="72968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线箭头连接符 68">
              <a:extLst>
                <a:ext uri="{FF2B5EF4-FFF2-40B4-BE49-F238E27FC236}">
                  <a16:creationId xmlns:a16="http://schemas.microsoft.com/office/drawing/2014/main" id="{2BEE7E32-AEE3-6546-ACA3-90225D624992}"/>
                </a:ext>
              </a:extLst>
            </p:cNvPr>
            <p:cNvCxnSpPr>
              <a:cxnSpLocks/>
              <a:stCxn id="56" idx="2"/>
              <a:endCxn id="53" idx="6"/>
            </p:cNvCxnSpPr>
            <p:nvPr/>
          </p:nvCxnSpPr>
          <p:spPr bwMode="auto">
            <a:xfrm flipH="1">
              <a:off x="3282439" y="4490782"/>
              <a:ext cx="2873737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7767EFB3-48B1-8C40-99A0-1BA46B2A8658}"/>
                </a:ext>
              </a:extLst>
            </p:cNvPr>
            <p:cNvCxnSpPr>
              <a:cxnSpLocks/>
              <a:stCxn id="53" idx="4"/>
              <a:endCxn id="57" idx="0"/>
            </p:cNvCxnSpPr>
            <p:nvPr/>
          </p:nvCxnSpPr>
          <p:spPr bwMode="auto">
            <a:xfrm>
              <a:off x="3066415" y="4706806"/>
              <a:ext cx="0" cy="138649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1" name="弧 70">
              <a:extLst>
                <a:ext uri="{FF2B5EF4-FFF2-40B4-BE49-F238E27FC236}">
                  <a16:creationId xmlns:a16="http://schemas.microsoft.com/office/drawing/2014/main" id="{1B50F510-F1C7-6B4B-9C09-A7A7F747D991}"/>
                </a:ext>
              </a:extLst>
            </p:cNvPr>
            <p:cNvSpPr/>
            <p:nvPr/>
          </p:nvSpPr>
          <p:spPr bwMode="auto">
            <a:xfrm rot="11500258">
              <a:off x="4447871" y="3049814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2" name="弧 71">
              <a:extLst>
                <a:ext uri="{FF2B5EF4-FFF2-40B4-BE49-F238E27FC236}">
                  <a16:creationId xmlns:a16="http://schemas.microsoft.com/office/drawing/2014/main" id="{1267472F-0F71-2644-B0E8-346F64148EAB}"/>
                </a:ext>
              </a:extLst>
            </p:cNvPr>
            <p:cNvSpPr/>
            <p:nvPr/>
          </p:nvSpPr>
          <p:spPr bwMode="auto">
            <a:xfrm rot="16554814">
              <a:off x="6592657" y="4296719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3" name="弧 72">
              <a:extLst>
                <a:ext uri="{FF2B5EF4-FFF2-40B4-BE49-F238E27FC236}">
                  <a16:creationId xmlns:a16="http://schemas.microsoft.com/office/drawing/2014/main" id="{5746F624-858C-8645-8438-E3D0D1DAE401}"/>
                </a:ext>
              </a:extLst>
            </p:cNvPr>
            <p:cNvSpPr/>
            <p:nvPr/>
          </p:nvSpPr>
          <p:spPr bwMode="auto">
            <a:xfrm rot="657592">
              <a:off x="4430987" y="5555652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4" name="弧 73">
              <a:extLst>
                <a:ext uri="{FF2B5EF4-FFF2-40B4-BE49-F238E27FC236}">
                  <a16:creationId xmlns:a16="http://schemas.microsoft.com/office/drawing/2014/main" id="{7D28A5E2-F912-5C44-BB31-EDAF73AB0872}"/>
                </a:ext>
              </a:extLst>
            </p:cNvPr>
            <p:cNvSpPr/>
            <p:nvPr/>
          </p:nvSpPr>
          <p:spPr bwMode="auto">
            <a:xfrm rot="11544490">
              <a:off x="2877303" y="3869126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5A0190BC-0BE4-8E45-B7D8-FD82BD9F7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76578" y="3591610"/>
              <a:ext cx="747574" cy="244661"/>
            </a:xfrm>
            <a:prstGeom prst="rect">
              <a:avLst/>
            </a:prstGeom>
          </p:spPr>
        </p:pic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BA70F2C7-8447-8A4A-8AA0-03DC01029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44084" y="5228960"/>
              <a:ext cx="736822" cy="236836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863FC5C1-FA35-A240-9AD0-B2CCCE53E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20559" y="3603342"/>
              <a:ext cx="698500" cy="228600"/>
            </a:xfrm>
            <a:prstGeom prst="rect">
              <a:avLst/>
            </a:prstGeom>
          </p:spPr>
        </p:pic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2D467ACF-FCBD-4842-8255-11D9C0DBA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20559" y="5228960"/>
              <a:ext cx="710508" cy="236836"/>
            </a:xfrm>
            <a:prstGeom prst="rect">
              <a:avLst/>
            </a:pr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6ACA9BC4-C70D-B64C-8DE5-869E9B05E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06859" y="2470480"/>
              <a:ext cx="700027" cy="265273"/>
            </a:xfrm>
            <a:prstGeom prst="rect">
              <a:avLst/>
            </a:prstGeom>
          </p:spPr>
        </p:pic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2C87126E-8964-8948-AC5E-E6E554CD2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11960" y="2780929"/>
              <a:ext cx="794926" cy="244593"/>
            </a:xfrm>
            <a:prstGeom prst="rect">
              <a:avLst/>
            </a:prstGeom>
          </p:spPr>
        </p:pic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5B867016-669B-7A4C-B10A-C18204515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39791" y="6093296"/>
              <a:ext cx="667095" cy="247582"/>
            </a:xfrm>
            <a:prstGeom prst="rect">
              <a:avLst/>
            </a:prstGeom>
          </p:spPr>
        </p:pic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8025D5A7-2701-0242-8D15-13A0D551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11960" y="6420305"/>
              <a:ext cx="794926" cy="244593"/>
            </a:xfrm>
            <a:prstGeom prst="rect">
              <a:avLst/>
            </a:prstGeom>
          </p:spPr>
        </p:pic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FE29A669-03E2-284C-8895-DC8B196CE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239865" y="4004944"/>
              <a:ext cx="648072" cy="240522"/>
            </a:xfrm>
            <a:prstGeom prst="rect">
              <a:avLst/>
            </a:prstGeom>
          </p:spPr>
        </p:pic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B5C88F4C-0F03-994C-B01E-1C1D56D0F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239865" y="4387903"/>
              <a:ext cx="648072" cy="245585"/>
            </a:xfrm>
            <a:prstGeom prst="rect">
              <a:avLst/>
            </a:prstGeom>
          </p:spPr>
        </p:pic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49926AF-B81E-4845-BC6D-472BEECA4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112950" y="4775925"/>
              <a:ext cx="781696" cy="240522"/>
            </a:xfrm>
            <a:prstGeom prst="rect">
              <a:avLst/>
            </a:prstGeom>
          </p:spPr>
        </p:pic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5E017EAD-38E3-4748-A6AA-EDF717F2B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320777" y="4235089"/>
              <a:ext cx="755315" cy="219285"/>
            </a:xfrm>
            <a:prstGeom prst="rect">
              <a:avLst/>
            </a:prstGeom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5F36D3FC-6051-2C4D-8D88-48935AC52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003130" y="3831942"/>
              <a:ext cx="794926" cy="244593"/>
            </a:xfrm>
            <a:prstGeom prst="rect">
              <a:avLst/>
            </a:prstGeom>
          </p:spPr>
        </p:pic>
        <p:pic>
          <p:nvPicPr>
            <p:cNvPr id="88" name="图片 87">
              <a:extLst>
                <a:ext uri="{FF2B5EF4-FFF2-40B4-BE49-F238E27FC236}">
                  <a16:creationId xmlns:a16="http://schemas.microsoft.com/office/drawing/2014/main" id="{D3DE641C-130F-2243-A832-429199798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073311" y="5262314"/>
              <a:ext cx="792075" cy="239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0805872"/>
      </p:ext>
    </p:extLst>
  </p:cSld>
  <p:clrMapOvr>
    <a:masterClrMapping/>
  </p:clrMapOvr>
  <p:transition spd="med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9" name="Rectangle 53"/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85A77B-E56F-3F4B-8D58-89DD49B779F4}"/>
              </a:ext>
            </a:extLst>
          </p:cNvPr>
          <p:cNvSpPr txBox="1"/>
          <p:nvPr/>
        </p:nvSpPr>
        <p:spPr>
          <a:xfrm>
            <a:off x="10128448" y="6488668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66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F6B977-A666-194D-A045-B6807F281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569"/>
          <a:stretch/>
        </p:blipFill>
        <p:spPr>
          <a:xfrm>
            <a:off x="2135561" y="1556793"/>
            <a:ext cx="8236831" cy="3581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6CE9D8B-31A6-3A42-A83D-A79A04638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800" y="1988840"/>
            <a:ext cx="4177988" cy="29541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F250B2F-F368-4441-9E65-B690C8A53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664" y="5039803"/>
            <a:ext cx="5919116" cy="148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38427"/>
      </p:ext>
    </p:extLst>
  </p:cSld>
  <p:clrMapOvr>
    <a:masterClrMapping/>
  </p:clrMapOvr>
  <p:transition spd="med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1D0B59-B5BB-4E4F-A19F-EA6D4A29C3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06500" y="797876"/>
            <a:ext cx="1080090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多选</a:t>
            </a:r>
            <a:r>
              <a:rPr lang="en-US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当图灵机处于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状态时，带头可能指向哪些带符？（输入串为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组成的串）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2036EF-0EBC-47D7-B3C5-6388022D88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0DF3D8-A8DB-40B9-BCF0-54DEA471840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3E70A0-3A90-4EB3-9A1E-EC150D5DDC3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8598D0-4E0A-4313-B6E7-D63770B2DE2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8A5A79-8CB6-4E3B-8FE5-2BB88371F03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97959C-D47E-4F57-8A5A-FAB9D5ED475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5361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4B5334-D1C9-4DD0-9E96-522809F8AD0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2219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F649AE-BB09-4CC9-BE3E-E27F11969D3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9077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C06393-C24C-4D87-8C9A-4327B528FD1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3DCC9B9-8DD9-4350-8055-5B53CD7A0D1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16795" y="2468249"/>
            <a:ext cx="5147415" cy="3639657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9EFBFDD2-5A77-4151-BF61-155E0FD2ECBE}"/>
              </a:ext>
            </a:extLst>
          </p:cNvPr>
          <p:cNvSpPr/>
          <p:nvPr/>
        </p:nvSpPr>
        <p:spPr bwMode="auto">
          <a:xfrm>
            <a:off x="6337005" y="2850356"/>
            <a:ext cx="1111102" cy="5143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0135BE-DD62-4CF1-85E1-9783B96B073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199A19-7512-4439-A71F-9287C60EF80F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571625" y="55935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F479EC1-ED5E-4A41-B965-AD18C3C9EC40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A5B6D2A9-639C-4255-9500-CA2C2E744EC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9F323919-A0D5-4A8A-BCA5-F3EE3CA3D98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6B3887D-2267-4705-90BB-A75D760C0F03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5" name="TipText">
              <a:extLst>
                <a:ext uri="{FF2B5EF4-FFF2-40B4-BE49-F238E27FC236}">
                  <a16:creationId xmlns:a16="http://schemas.microsoft.com/office/drawing/2014/main" id="{B5802083-5D76-448B-8B69-58EB5DDD947E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FE355BA-3000-4AFF-A5DA-229D914E6F1F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278850"/>
      </p:ext>
    </p:extLst>
  </p:cSld>
  <p:clrMapOvr>
    <a:masterClrMapping/>
  </p:clrMapOvr>
  <p:transition spd="med" advClick="0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1D0B59-B5BB-4E4F-A19F-EA6D4A29C3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06500" y="797876"/>
            <a:ext cx="1080090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多选</a:t>
            </a:r>
            <a:r>
              <a:rPr lang="en-US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以下哪些串能被该图灵机接收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2036EF-0EBC-47D7-B3C5-6388022D88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011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0DF3D8-A8DB-40B9-BCF0-54DEA471840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3E70A0-3A90-4EB3-9A1E-EC150D5DDC3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8598D0-4E0A-4313-B6E7-D63770B2DE2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000111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8A5A79-8CB6-4E3B-8FE5-2BB88371F03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97959C-D47E-4F57-8A5A-FAB9D5ED475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421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4B5334-D1C9-4DD0-9E96-522809F8AD0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3993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F649AE-BB09-4CC9-BE3E-E27F11969D3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C06393-C24C-4D87-8C9A-4327B528FD1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FBFDD2-5A77-4151-BF61-155E0FD2ECBE}"/>
              </a:ext>
            </a:extLst>
          </p:cNvPr>
          <p:cNvSpPr/>
          <p:nvPr/>
        </p:nvSpPr>
        <p:spPr bwMode="auto">
          <a:xfrm>
            <a:off x="6337005" y="2850356"/>
            <a:ext cx="1111102" cy="5143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0135BE-DD62-4CF1-85E1-9783B96B073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0010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199A19-7512-4439-A71F-9287C60EF80F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571625" y="5136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10D19A4-7A3D-477A-A477-EFA50D9F670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00533" y="2442858"/>
            <a:ext cx="8940800" cy="177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158FB27-DC39-428C-BD4B-B8C72D5238B7}"/>
              </a:ext>
            </a:extLst>
          </p:cNvPr>
          <p:cNvSpPr/>
          <p:nvPr/>
        </p:nvSpPr>
        <p:spPr bwMode="auto">
          <a:xfrm>
            <a:off x="2808726" y="2345802"/>
            <a:ext cx="3129038" cy="46166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22089B-F85A-45E4-8BA9-8B8A1B56325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A938CB-FDA3-4BF4-8287-B15A4AFCABEB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1571625" y="5707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E7D9C6-7100-4171-AF09-D54FC0FB9F13}"/>
              </a:ext>
            </a:extLst>
          </p:cNvPr>
          <p:cNvSpPr/>
          <p:nvPr/>
        </p:nvSpPr>
        <p:spPr bwMode="auto">
          <a:xfrm>
            <a:off x="4167961" y="3439907"/>
            <a:ext cx="4338085" cy="2687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F479EC1-ED5E-4A41-B965-AD18C3C9EC4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A5B6D2A9-639C-4255-9500-CA2C2E744EC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9F323919-A0D5-4A8A-BCA5-F3EE3CA3D98D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6B3887D-2267-4705-90BB-A75D760C0F03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5" name="TipText">
              <a:extLst>
                <a:ext uri="{FF2B5EF4-FFF2-40B4-BE49-F238E27FC236}">
                  <a16:creationId xmlns:a16="http://schemas.microsoft.com/office/drawing/2014/main" id="{B5802083-5D76-448B-8B69-58EB5DDD947E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FE355BA-3000-4AFF-A5DA-229D914E6F1F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606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>
            <a:extLst>
              <a:ext uri="{FF2B5EF4-FFF2-40B4-BE49-F238E27FC236}">
                <a16:creationId xmlns:a16="http://schemas.microsoft.com/office/drawing/2014/main" id="{9595C3E6-4835-7840-9BCF-8B60162BA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8735B6-2F5B-804D-A411-CE548C8D64F3}"/>
              </a:ext>
            </a:extLst>
          </p:cNvPr>
          <p:cNvSpPr txBox="1"/>
          <p:nvPr/>
        </p:nvSpPr>
        <p:spPr>
          <a:xfrm>
            <a:off x="2035629" y="1371600"/>
            <a:ext cx="81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800080"/>
              </a:solidFill>
              <a:latin typeface="Times New Roman" panose="02020603050405020304" pitchFamily="18" charset="0"/>
              <a:ea typeface="KaiTi_GB2312" panose="0201060903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0FFCC1-C768-E045-9DE3-9739B6B15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4" y="1200219"/>
            <a:ext cx="8906015" cy="17748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D8AA994-D7CD-2941-AD75-1EE6F2C8800F}"/>
              </a:ext>
            </a:extLst>
          </p:cNvPr>
          <p:cNvSpPr/>
          <p:nvPr/>
        </p:nvSpPr>
        <p:spPr bwMode="auto">
          <a:xfrm>
            <a:off x="1578429" y="1174819"/>
            <a:ext cx="3129038" cy="46166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131E88-9B72-614B-802C-193650D860B3}"/>
              </a:ext>
            </a:extLst>
          </p:cNvPr>
          <p:cNvSpPr txBox="1"/>
          <p:nvPr/>
        </p:nvSpPr>
        <p:spPr>
          <a:xfrm>
            <a:off x="3296356" y="120021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3C156B-49EE-1050-5F98-338BDDDA3470}"/>
              </a:ext>
            </a:extLst>
          </p:cNvPr>
          <p:cNvSpPr txBox="1"/>
          <p:nvPr/>
        </p:nvSpPr>
        <p:spPr>
          <a:xfrm>
            <a:off x="3048000" y="32581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请描述这个语言</a:t>
            </a:r>
            <a:endParaRPr lang="en-AU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417443"/>
      </p:ext>
    </p:extLst>
  </p:cSld>
  <p:clrMapOvr>
    <a:masterClrMapping/>
  </p:clrMapOvr>
  <p:transition spd="med" advClick="0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>
            <a:extLst>
              <a:ext uri="{FF2B5EF4-FFF2-40B4-BE49-F238E27FC236}">
                <a16:creationId xmlns:a16="http://schemas.microsoft.com/office/drawing/2014/main" id="{9595C3E6-4835-7840-9BCF-8B60162BA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649" y="188640"/>
            <a:ext cx="2749471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设计图灵机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8735B6-2F5B-804D-A411-CE548C8D64F3}"/>
              </a:ext>
            </a:extLst>
          </p:cNvPr>
          <p:cNvSpPr txBox="1"/>
          <p:nvPr/>
        </p:nvSpPr>
        <p:spPr>
          <a:xfrm>
            <a:off x="2035629" y="1371600"/>
            <a:ext cx="8131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800080"/>
              </a:solidFill>
              <a:latin typeface="Times New Roman" panose="02020603050405020304" pitchFamily="18" charset="0"/>
              <a:ea typeface="KaiTi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174311-163C-A24F-9B71-A9B0966D23FF}"/>
              </a:ext>
            </a:extLst>
          </p:cNvPr>
          <p:cNvSpPr txBox="1"/>
          <p:nvPr/>
        </p:nvSpPr>
        <p:spPr>
          <a:xfrm>
            <a:off x="3142948" y="3429775"/>
            <a:ext cx="693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L(M)=L(0*11*) </a:t>
            </a:r>
            <a:endParaRPr lang="en" altLang="zh-CN" sz="2400" dirty="0">
              <a:solidFill>
                <a:srgbClr val="333399"/>
              </a:solidFill>
              <a:latin typeface="Times New Roman" panose="02020603050405020304" pitchFamily="18" charset="0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algn="ctr"/>
            <a:endParaRPr lang="en" altLang="zh-CN" sz="2400" dirty="0">
              <a:solidFill>
                <a:srgbClr val="333399"/>
              </a:solidFill>
              <a:latin typeface="Times New Roman" panose="02020603050405020304" pitchFamily="18" charset="0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即其中的串可非形式地描述为具有如下特征的 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串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至少包含一个“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”，且第一个“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”之前只可能出现“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”，每个“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”之后 只可能跟随“</a:t>
            </a:r>
            <a:r>
              <a:rPr lang="en-US" altLang="zh-CN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effectLst/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”。 </a:t>
            </a:r>
            <a:endParaRPr lang="zh-CN" altLang="en-US" sz="2400" dirty="0">
              <a:latin typeface="Times New Roman" panose="02020603050405020304" pitchFamily="18" charset="0"/>
              <a:ea typeface="KaiTi_GB2312" panose="0201060903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0FFCC1-C768-E045-9DE3-9739B6B15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4" y="1200219"/>
            <a:ext cx="8906015" cy="17748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D8AA994-D7CD-2941-AD75-1EE6F2C8800F}"/>
              </a:ext>
            </a:extLst>
          </p:cNvPr>
          <p:cNvSpPr/>
          <p:nvPr/>
        </p:nvSpPr>
        <p:spPr bwMode="auto">
          <a:xfrm>
            <a:off x="1578429" y="1174819"/>
            <a:ext cx="3129038" cy="46166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131E88-9B72-614B-802C-193650D860B3}"/>
              </a:ext>
            </a:extLst>
          </p:cNvPr>
          <p:cNvSpPr txBox="1"/>
          <p:nvPr/>
        </p:nvSpPr>
        <p:spPr>
          <a:xfrm>
            <a:off x="3296356" y="120021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77491716"/>
      </p:ext>
    </p:extLst>
  </p:cSld>
  <p:clrMapOvr>
    <a:masterClrMapping/>
  </p:clrMapOvr>
  <p:transition spd="med" advClick="0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5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5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MultipleChoiceMA"/>
  <p:tag name="RAINPROBLEM" val="MultipleChoiceMA"/>
  <p:tag name="PROBLEMSCORE_HALF" val="0.0"/>
  <p:tag name="PROBLEMSCORE" val="25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MultipleChoiceMA"/>
  <p:tag name="RAINPROBLEM" val="MultipleChoiceMA"/>
  <p:tag name="PROBLEMSCORE_HALF" val="0.0"/>
  <p:tag name="PROBLEMSCORE" val="25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5713</TotalTime>
  <Words>3539</Words>
  <Application>Microsoft Macintosh PowerPoint</Application>
  <PresentationFormat>宽屏</PresentationFormat>
  <Paragraphs>777</Paragraphs>
  <Slides>72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3" baseType="lpstr">
      <vt:lpstr>KaiTi_GB2312</vt:lpstr>
      <vt:lpstr>宋体</vt:lpstr>
      <vt:lpstr>Microsoft Yahei</vt:lpstr>
      <vt:lpstr>Arial</vt:lpstr>
      <vt:lpstr>Calibri</vt:lpstr>
      <vt:lpstr>Times New Roman</vt:lpstr>
      <vt:lpstr>Wingdings</vt:lpstr>
      <vt:lpstr>1_Office 主题</vt:lpstr>
      <vt:lpstr>Capsules</vt:lpstr>
      <vt:lpstr>VISIO</vt:lpstr>
      <vt:lpstr>Visio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Yifeng</dc:creator>
  <cp:lastModifiedBy>Xuebo Liu</cp:lastModifiedBy>
  <cp:revision>756</cp:revision>
  <dcterms:created xsi:type="dcterms:W3CDTF">2021-06-01T10:46:00Z</dcterms:created>
  <dcterms:modified xsi:type="dcterms:W3CDTF">2026-04-22T03:32:15Z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B461908281EF4E5EA388C02DD386BB6E</vt:lpwstr>
  </property>
  <property fmtid="{D5CDD505-2E9C-101B-9397-08002B2CF9AE}" pid="3" name="KSOProductBuildVer">
    <vt:lpwstr>2052-11.1.0.10938</vt:lpwstr>
  </property>
</Properties>
</file>