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1" r:id="rId2"/>
  </p:sldMasterIdLst>
  <p:notesMasterIdLst>
    <p:notesMasterId r:id="rId21"/>
  </p:notesMasterIdLst>
  <p:sldIdLst>
    <p:sldId id="1319" r:id="rId3"/>
    <p:sldId id="1320" r:id="rId4"/>
    <p:sldId id="1321" r:id="rId5"/>
    <p:sldId id="1304" r:id="rId6"/>
    <p:sldId id="1306" r:id="rId7"/>
    <p:sldId id="1307" r:id="rId8"/>
    <p:sldId id="410" r:id="rId9"/>
    <p:sldId id="1325" r:id="rId10"/>
    <p:sldId id="327" r:id="rId11"/>
    <p:sldId id="292" r:id="rId12"/>
    <p:sldId id="290" r:id="rId13"/>
    <p:sldId id="414" r:id="rId14"/>
    <p:sldId id="415" r:id="rId15"/>
    <p:sldId id="260" r:id="rId16"/>
    <p:sldId id="263" r:id="rId17"/>
    <p:sldId id="421" r:id="rId18"/>
    <p:sldId id="423" r:id="rId19"/>
    <p:sldId id="41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g Yifeng" initials="Z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AB90C9-A407-454D-AD13-4D9844E6EC2C}" v="141" dt="2026-04-16T14:59:25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74" autoAdjust="0"/>
    <p:restoredTop sz="87060" autoAdjust="0"/>
  </p:normalViewPr>
  <p:slideViewPr>
    <p:cSldViewPr snapToGrid="0">
      <p:cViewPr varScale="1">
        <p:scale>
          <a:sx n="107" d="100"/>
          <a:sy n="107" d="100"/>
        </p:scale>
        <p:origin x="1584" y="16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ebo Liu" userId="03ca8e3e-ef5d-4c2c-a759-93b02397f0c8" providerId="ADAL" clId="{5469A19A-8731-5071-ACFB-69940F350C15}"/>
    <pc:docChg chg="custSel addSld delSld modSld">
      <pc:chgData name="Xuebo Liu" userId="03ca8e3e-ef5d-4c2c-a759-93b02397f0c8" providerId="ADAL" clId="{5469A19A-8731-5071-ACFB-69940F350C15}" dt="2026-04-16T14:59:25.833" v="368"/>
      <pc:docMkLst>
        <pc:docMk/>
      </pc:docMkLst>
      <pc:sldChg chg="add del">
        <pc:chgData name="Xuebo Liu" userId="03ca8e3e-ef5d-4c2c-a759-93b02397f0c8" providerId="ADAL" clId="{5469A19A-8731-5071-ACFB-69940F350C15}" dt="2026-04-16T14:59:09.509" v="324" actId="2696"/>
        <pc:sldMkLst>
          <pc:docMk/>
          <pc:sldMk cId="0" sldId="328"/>
        </pc:sldMkLst>
      </pc:sldChg>
      <pc:sldChg chg="del">
        <pc:chgData name="Xuebo Liu" userId="03ca8e3e-ef5d-4c2c-a759-93b02397f0c8" providerId="ADAL" clId="{5469A19A-8731-5071-ACFB-69940F350C15}" dt="2026-04-16T14:59:13.650" v="340" actId="2696"/>
        <pc:sldMkLst>
          <pc:docMk/>
          <pc:sldMk cId="0" sldId="331"/>
        </pc:sldMkLst>
      </pc:sldChg>
      <pc:sldChg chg="del">
        <pc:chgData name="Xuebo Liu" userId="03ca8e3e-ef5d-4c2c-a759-93b02397f0c8" providerId="ADAL" clId="{5469A19A-8731-5071-ACFB-69940F350C15}" dt="2026-04-16T14:59:14.079" v="341" actId="2696"/>
        <pc:sldMkLst>
          <pc:docMk/>
          <pc:sldMk cId="0" sldId="333"/>
        </pc:sldMkLst>
      </pc:sldChg>
      <pc:sldChg chg="del">
        <pc:chgData name="Xuebo Liu" userId="03ca8e3e-ef5d-4c2c-a759-93b02397f0c8" providerId="ADAL" clId="{5469A19A-8731-5071-ACFB-69940F350C15}" dt="2026-04-16T14:59:15.775" v="344" actId="2696"/>
        <pc:sldMkLst>
          <pc:docMk/>
          <pc:sldMk cId="0" sldId="334"/>
        </pc:sldMkLst>
      </pc:sldChg>
      <pc:sldChg chg="del">
        <pc:chgData name="Xuebo Liu" userId="03ca8e3e-ef5d-4c2c-a759-93b02397f0c8" providerId="ADAL" clId="{5469A19A-8731-5071-ACFB-69940F350C15}" dt="2026-04-16T14:59:16.062" v="345" actId="2696"/>
        <pc:sldMkLst>
          <pc:docMk/>
          <pc:sldMk cId="0" sldId="335"/>
        </pc:sldMkLst>
      </pc:sldChg>
      <pc:sldChg chg="del">
        <pc:chgData name="Xuebo Liu" userId="03ca8e3e-ef5d-4c2c-a759-93b02397f0c8" providerId="ADAL" clId="{5469A19A-8731-5071-ACFB-69940F350C15}" dt="2026-04-16T14:59:16.531" v="346" actId="2696"/>
        <pc:sldMkLst>
          <pc:docMk/>
          <pc:sldMk cId="0" sldId="336"/>
        </pc:sldMkLst>
      </pc:sldChg>
      <pc:sldChg chg="del">
        <pc:chgData name="Xuebo Liu" userId="03ca8e3e-ef5d-4c2c-a759-93b02397f0c8" providerId="ADAL" clId="{5469A19A-8731-5071-ACFB-69940F350C15}" dt="2026-04-16T14:59:17.179" v="347" actId="2696"/>
        <pc:sldMkLst>
          <pc:docMk/>
          <pc:sldMk cId="0" sldId="337"/>
        </pc:sldMkLst>
      </pc:sldChg>
      <pc:sldChg chg="del">
        <pc:chgData name="Xuebo Liu" userId="03ca8e3e-ef5d-4c2c-a759-93b02397f0c8" providerId="ADAL" clId="{5469A19A-8731-5071-ACFB-69940F350C15}" dt="2026-04-16T14:59:18.889" v="356" actId="2696"/>
        <pc:sldMkLst>
          <pc:docMk/>
          <pc:sldMk cId="0" sldId="338"/>
        </pc:sldMkLst>
      </pc:sldChg>
      <pc:sldChg chg="del">
        <pc:chgData name="Xuebo Liu" userId="03ca8e3e-ef5d-4c2c-a759-93b02397f0c8" providerId="ADAL" clId="{5469A19A-8731-5071-ACFB-69940F350C15}" dt="2026-04-16T14:59:19.388" v="357" actId="2696"/>
        <pc:sldMkLst>
          <pc:docMk/>
          <pc:sldMk cId="0" sldId="339"/>
        </pc:sldMkLst>
      </pc:sldChg>
      <pc:sldChg chg="add del">
        <pc:chgData name="Xuebo Liu" userId="03ca8e3e-ef5d-4c2c-a759-93b02397f0c8" providerId="ADAL" clId="{5469A19A-8731-5071-ACFB-69940F350C15}" dt="2026-04-16T14:59:09.707" v="325" actId="2696"/>
        <pc:sldMkLst>
          <pc:docMk/>
          <pc:sldMk cId="0" sldId="364"/>
        </pc:sldMkLst>
      </pc:sldChg>
      <pc:sldChg chg="add del">
        <pc:chgData name="Xuebo Liu" userId="03ca8e3e-ef5d-4c2c-a759-93b02397f0c8" providerId="ADAL" clId="{5469A19A-8731-5071-ACFB-69940F350C15}" dt="2026-04-16T14:59:09.941" v="326" actId="2696"/>
        <pc:sldMkLst>
          <pc:docMk/>
          <pc:sldMk cId="0" sldId="365"/>
        </pc:sldMkLst>
      </pc:sldChg>
      <pc:sldChg chg="add del">
        <pc:chgData name="Xuebo Liu" userId="03ca8e3e-ef5d-4c2c-a759-93b02397f0c8" providerId="ADAL" clId="{5469A19A-8731-5071-ACFB-69940F350C15}" dt="2026-04-16T14:59:10.280" v="327" actId="2696"/>
        <pc:sldMkLst>
          <pc:docMk/>
          <pc:sldMk cId="0" sldId="366"/>
        </pc:sldMkLst>
      </pc:sldChg>
      <pc:sldChg chg="add del">
        <pc:chgData name="Xuebo Liu" userId="03ca8e3e-ef5d-4c2c-a759-93b02397f0c8" providerId="ADAL" clId="{5469A19A-8731-5071-ACFB-69940F350C15}" dt="2026-04-16T14:59:10.994" v="328" actId="2696"/>
        <pc:sldMkLst>
          <pc:docMk/>
          <pc:sldMk cId="0" sldId="367"/>
        </pc:sldMkLst>
      </pc:sldChg>
      <pc:sldChg chg="add del">
        <pc:chgData name="Xuebo Liu" userId="03ca8e3e-ef5d-4c2c-a759-93b02397f0c8" providerId="ADAL" clId="{5469A19A-8731-5071-ACFB-69940F350C15}" dt="2026-04-16T14:59:11.311" v="329" actId="2696"/>
        <pc:sldMkLst>
          <pc:docMk/>
          <pc:sldMk cId="0" sldId="368"/>
        </pc:sldMkLst>
      </pc:sldChg>
      <pc:sldChg chg="add del">
        <pc:chgData name="Xuebo Liu" userId="03ca8e3e-ef5d-4c2c-a759-93b02397f0c8" providerId="ADAL" clId="{5469A19A-8731-5071-ACFB-69940F350C15}" dt="2026-04-16T14:59:11.498" v="330" actId="2696"/>
        <pc:sldMkLst>
          <pc:docMk/>
          <pc:sldMk cId="731680645" sldId="419"/>
        </pc:sldMkLst>
      </pc:sldChg>
      <pc:sldChg chg="add del">
        <pc:chgData name="Xuebo Liu" userId="03ca8e3e-ef5d-4c2c-a759-93b02397f0c8" providerId="ADAL" clId="{5469A19A-8731-5071-ACFB-69940F350C15}" dt="2026-04-16T14:59:13.146" v="339" actId="2696"/>
        <pc:sldMkLst>
          <pc:docMk/>
          <pc:sldMk cId="0" sldId="430"/>
        </pc:sldMkLst>
      </pc:sldChg>
      <pc:sldChg chg="del">
        <pc:chgData name="Xuebo Liu" userId="03ca8e3e-ef5d-4c2c-a759-93b02397f0c8" providerId="ADAL" clId="{5469A19A-8731-5071-ACFB-69940F350C15}" dt="2026-04-16T14:59:18.437" v="355" actId="2696"/>
        <pc:sldMkLst>
          <pc:docMk/>
          <pc:sldMk cId="0" sldId="437"/>
        </pc:sldMkLst>
      </pc:sldChg>
      <pc:sldChg chg="del">
        <pc:chgData name="Xuebo Liu" userId="03ca8e3e-ef5d-4c2c-a759-93b02397f0c8" providerId="ADAL" clId="{5469A19A-8731-5071-ACFB-69940F350C15}" dt="2026-04-16T14:59:14.654" v="342" actId="2696"/>
        <pc:sldMkLst>
          <pc:docMk/>
          <pc:sldMk cId="47222886" sldId="449"/>
        </pc:sldMkLst>
      </pc:sldChg>
      <pc:sldChg chg="modSp mod">
        <pc:chgData name="Xuebo Liu" userId="03ca8e3e-ef5d-4c2c-a759-93b02397f0c8" providerId="ADAL" clId="{5469A19A-8731-5071-ACFB-69940F350C15}" dt="2026-04-16T14:59:25.833" v="368"/>
        <pc:sldMkLst>
          <pc:docMk/>
          <pc:sldMk cId="1229348313" sldId="1304"/>
        </pc:sldMkLst>
        <pc:spChg chg="mod">
          <ac:chgData name="Xuebo Liu" userId="03ca8e3e-ef5d-4c2c-a759-93b02397f0c8" providerId="ADAL" clId="{5469A19A-8731-5071-ACFB-69940F350C15}" dt="2026-04-16T14:59:25.829" v="362" actId="20577"/>
          <ac:spMkLst>
            <pc:docMk/>
            <pc:sldMk cId="1229348313" sldId="1304"/>
            <ac:spMk id="9" creationId="{D5CE2E36-62FD-4685-8F66-627CF7D9C155}"/>
          </ac:spMkLst>
        </pc:spChg>
        <pc:spChg chg="mod">
          <ac:chgData name="Xuebo Liu" userId="03ca8e3e-ef5d-4c2c-a759-93b02397f0c8" providerId="ADAL" clId="{5469A19A-8731-5071-ACFB-69940F350C15}" dt="2026-04-16T14:59:25.830" v="363" actId="20577"/>
          <ac:spMkLst>
            <pc:docMk/>
            <pc:sldMk cId="1229348313" sldId="1304"/>
            <ac:spMk id="10" creationId="{8AA3790E-FC55-4FD9-A643-55E789108C5A}"/>
          </ac:spMkLst>
        </pc:spChg>
        <pc:spChg chg="mod">
          <ac:chgData name="Xuebo Liu" userId="03ca8e3e-ef5d-4c2c-a759-93b02397f0c8" providerId="ADAL" clId="{5469A19A-8731-5071-ACFB-69940F350C15}" dt="2026-04-16T14:59:25.831" v="364" actId="20577"/>
          <ac:spMkLst>
            <pc:docMk/>
            <pc:sldMk cId="1229348313" sldId="1304"/>
            <ac:spMk id="11" creationId="{75F66646-B0D0-48B4-8E19-2F9C8106A771}"/>
          </ac:spMkLst>
        </pc:spChg>
        <pc:spChg chg="mod">
          <ac:chgData name="Xuebo Liu" userId="03ca8e3e-ef5d-4c2c-a759-93b02397f0c8" providerId="ADAL" clId="{5469A19A-8731-5071-ACFB-69940F350C15}" dt="2026-04-16T14:59:25.831" v="365" actId="20577"/>
          <ac:spMkLst>
            <pc:docMk/>
            <pc:sldMk cId="1229348313" sldId="1304"/>
            <ac:spMk id="12" creationId="{5EE1AD55-B067-497F-AF3D-727134199D06}"/>
          </ac:spMkLst>
        </pc:spChg>
        <pc:spChg chg="mod">
          <ac:chgData name="Xuebo Liu" userId="03ca8e3e-ef5d-4c2c-a759-93b02397f0c8" providerId="ADAL" clId="{5469A19A-8731-5071-ACFB-69940F350C15}" dt="2026-04-16T14:59:25.832" v="367"/>
          <ac:spMkLst>
            <pc:docMk/>
            <pc:sldMk cId="1229348313" sldId="1304"/>
            <ac:spMk id="14" creationId="{18FD4B15-957B-4C1C-8CD5-11AC7880E17B}"/>
          </ac:spMkLst>
        </pc:spChg>
        <pc:spChg chg="mod">
          <ac:chgData name="Xuebo Liu" userId="03ca8e3e-ef5d-4c2c-a759-93b02397f0c8" providerId="ADAL" clId="{5469A19A-8731-5071-ACFB-69940F350C15}" dt="2026-04-15T07:12:26.742" v="169"/>
          <ac:spMkLst>
            <pc:docMk/>
            <pc:sldMk cId="1229348313" sldId="1304"/>
            <ac:spMk id="15" creationId="{7DCBF04E-5B57-4C41-890C-113CE8DCC8E1}"/>
          </ac:spMkLst>
        </pc:spChg>
        <pc:spChg chg="mod">
          <ac:chgData name="Xuebo Liu" userId="03ca8e3e-ef5d-4c2c-a759-93b02397f0c8" providerId="ADAL" clId="{5469A19A-8731-5071-ACFB-69940F350C15}" dt="2026-04-15T07:12:26.742" v="169"/>
          <ac:spMkLst>
            <pc:docMk/>
            <pc:sldMk cId="1229348313" sldId="1304"/>
            <ac:spMk id="16" creationId="{E0A6B9BF-F1DD-43AF-9E0B-AF6FBC38BE91}"/>
          </ac:spMkLst>
        </pc:spChg>
        <pc:spChg chg="mod">
          <ac:chgData name="Xuebo Liu" userId="03ca8e3e-ef5d-4c2c-a759-93b02397f0c8" providerId="ADAL" clId="{5469A19A-8731-5071-ACFB-69940F350C15}" dt="2026-04-15T07:12:26.742" v="169"/>
          <ac:spMkLst>
            <pc:docMk/>
            <pc:sldMk cId="1229348313" sldId="1304"/>
            <ac:spMk id="17" creationId="{A564E4CE-74BA-4E6F-ABF0-25587DB3DA9F}"/>
          </ac:spMkLst>
        </pc:spChg>
        <pc:spChg chg="mod">
          <ac:chgData name="Xuebo Liu" userId="03ca8e3e-ef5d-4c2c-a759-93b02397f0c8" providerId="ADAL" clId="{5469A19A-8731-5071-ACFB-69940F350C15}" dt="2026-04-16T14:59:25.832" v="366" actId="20577"/>
          <ac:spMkLst>
            <pc:docMk/>
            <pc:sldMk cId="1229348313" sldId="1304"/>
            <ac:spMk id="21" creationId="{59F08562-1B54-49CE-B69A-0D61EB87C6D8}"/>
          </ac:spMkLst>
        </pc:spChg>
        <pc:grpChg chg="mod">
          <ac:chgData name="Xuebo Liu" userId="03ca8e3e-ef5d-4c2c-a759-93b02397f0c8" providerId="ADAL" clId="{5469A19A-8731-5071-ACFB-69940F350C15}" dt="2026-04-15T07:12:26.742" v="169"/>
          <ac:grpSpMkLst>
            <pc:docMk/>
            <pc:sldMk cId="1229348313" sldId="1304"/>
            <ac:grpSpMk id="18" creationId="{750B4B5B-8DF0-434B-9EE0-7444CB653192}"/>
          </ac:grpSpMkLst>
        </pc:grpChg>
        <pc:picChg chg="mod">
          <ac:chgData name="Xuebo Liu" userId="03ca8e3e-ef5d-4c2c-a759-93b02397f0c8" providerId="ADAL" clId="{5469A19A-8731-5071-ACFB-69940F350C15}" dt="2026-04-16T14:59:25.833" v="368"/>
          <ac:picMkLst>
            <pc:docMk/>
            <pc:sldMk cId="1229348313" sldId="1304"/>
            <ac:picMk id="3" creationId="{CAC3E53A-6F7A-448F-B8DB-B77A8555812F}"/>
          </ac:picMkLst>
        </pc:picChg>
      </pc:sldChg>
      <pc:sldChg chg="modSp mod">
        <pc:chgData name="Xuebo Liu" userId="03ca8e3e-ef5d-4c2c-a759-93b02397f0c8" providerId="ADAL" clId="{5469A19A-8731-5071-ACFB-69940F350C15}" dt="2026-04-15T07:15:10.794" v="322"/>
        <pc:sldMkLst>
          <pc:docMk/>
          <pc:sldMk cId="535501476" sldId="1306"/>
        </pc:sldMkLst>
        <pc:spChg chg="mod">
          <ac:chgData name="Xuebo Liu" userId="03ca8e3e-ef5d-4c2c-a759-93b02397f0c8" providerId="ADAL" clId="{5469A19A-8731-5071-ACFB-69940F350C15}" dt="2026-04-15T07:15:10.792" v="319" actId="20577"/>
          <ac:spMkLst>
            <pc:docMk/>
            <pc:sldMk cId="535501476" sldId="1306"/>
            <ac:spMk id="9" creationId="{11290215-36F3-4425-B991-77BC444B9051}"/>
          </ac:spMkLst>
        </pc:spChg>
        <pc:spChg chg="mod">
          <ac:chgData name="Xuebo Liu" userId="03ca8e3e-ef5d-4c2c-a759-93b02397f0c8" providerId="ADAL" clId="{5469A19A-8731-5071-ACFB-69940F350C15}" dt="2026-04-15T07:15:10.793" v="320" actId="20577"/>
          <ac:spMkLst>
            <pc:docMk/>
            <pc:sldMk cId="535501476" sldId="1306"/>
            <ac:spMk id="10" creationId="{36A9074F-804B-46E3-8B92-8E823FF24113}"/>
          </ac:spMkLst>
        </pc:spChg>
        <pc:spChg chg="mod">
          <ac:chgData name="Xuebo Liu" userId="03ca8e3e-ef5d-4c2c-a759-93b02397f0c8" providerId="ADAL" clId="{5469A19A-8731-5071-ACFB-69940F350C15}" dt="2026-04-15T07:15:10.793" v="321"/>
          <ac:spMkLst>
            <pc:docMk/>
            <pc:sldMk cId="535501476" sldId="1306"/>
            <ac:spMk id="14" creationId="{DB3E5A0D-A9C5-4984-BD0E-75D0FB6AC079}"/>
          </ac:spMkLst>
        </pc:spChg>
        <pc:picChg chg="mod">
          <ac:chgData name="Xuebo Liu" userId="03ca8e3e-ef5d-4c2c-a759-93b02397f0c8" providerId="ADAL" clId="{5469A19A-8731-5071-ACFB-69940F350C15}" dt="2026-04-15T07:15:10.794" v="322"/>
          <ac:picMkLst>
            <pc:docMk/>
            <pc:sldMk cId="535501476" sldId="1306"/>
            <ac:picMk id="3" creationId="{E66E6C22-2B88-41F4-94A3-02B908C41FCA}"/>
          </ac:picMkLst>
        </pc:picChg>
      </pc:sldChg>
      <pc:sldChg chg="modSp mod">
        <pc:chgData name="Xuebo Liu" userId="03ca8e3e-ef5d-4c2c-a759-93b02397f0c8" providerId="ADAL" clId="{5469A19A-8731-5071-ACFB-69940F350C15}" dt="2026-04-16T14:59:25.527" v="361"/>
        <pc:sldMkLst>
          <pc:docMk/>
          <pc:sldMk cId="1186250071" sldId="1307"/>
        </pc:sldMkLst>
        <pc:spChg chg="mod">
          <ac:chgData name="Xuebo Liu" userId="03ca8e3e-ef5d-4c2c-a759-93b02397f0c8" providerId="ADAL" clId="{5469A19A-8731-5071-ACFB-69940F350C15}" dt="2026-04-16T14:59:25.525" v="358" actId="20577"/>
          <ac:spMkLst>
            <pc:docMk/>
            <pc:sldMk cId="1186250071" sldId="1307"/>
            <ac:spMk id="9" creationId="{9F22DB30-EEA7-49EE-8EE4-E424F7E1DB12}"/>
          </ac:spMkLst>
        </pc:spChg>
        <pc:spChg chg="mod">
          <ac:chgData name="Xuebo Liu" userId="03ca8e3e-ef5d-4c2c-a759-93b02397f0c8" providerId="ADAL" clId="{5469A19A-8731-5071-ACFB-69940F350C15}" dt="2026-04-16T14:59:25.526" v="359" actId="20577"/>
          <ac:spMkLst>
            <pc:docMk/>
            <pc:sldMk cId="1186250071" sldId="1307"/>
            <ac:spMk id="10" creationId="{8FFEDB28-0E15-4A82-BDF7-B52006530386}"/>
          </ac:spMkLst>
        </pc:spChg>
        <pc:spChg chg="mod">
          <ac:chgData name="Xuebo Liu" userId="03ca8e3e-ef5d-4c2c-a759-93b02397f0c8" providerId="ADAL" clId="{5469A19A-8731-5071-ACFB-69940F350C15}" dt="2026-04-16T14:59:25.527" v="360"/>
          <ac:spMkLst>
            <pc:docMk/>
            <pc:sldMk cId="1186250071" sldId="1307"/>
            <ac:spMk id="14" creationId="{4566442E-BC39-47ED-8ABC-C74AE181145D}"/>
          </ac:spMkLst>
        </pc:spChg>
        <pc:spChg chg="mod">
          <ac:chgData name="Xuebo Liu" userId="03ca8e3e-ef5d-4c2c-a759-93b02397f0c8" providerId="ADAL" clId="{5469A19A-8731-5071-ACFB-69940F350C15}" dt="2026-04-15T07:12:27.931" v="179"/>
          <ac:spMkLst>
            <pc:docMk/>
            <pc:sldMk cId="1186250071" sldId="1307"/>
            <ac:spMk id="15" creationId="{555CFE18-43BA-403B-8BC3-3405C7C5A9D8}"/>
          </ac:spMkLst>
        </pc:spChg>
        <pc:spChg chg="mod">
          <ac:chgData name="Xuebo Liu" userId="03ca8e3e-ef5d-4c2c-a759-93b02397f0c8" providerId="ADAL" clId="{5469A19A-8731-5071-ACFB-69940F350C15}" dt="2026-04-15T07:12:27.931" v="179"/>
          <ac:spMkLst>
            <pc:docMk/>
            <pc:sldMk cId="1186250071" sldId="1307"/>
            <ac:spMk id="16" creationId="{D9B8ADE4-855C-4E29-8DF3-1054E37B6664}"/>
          </ac:spMkLst>
        </pc:spChg>
        <pc:spChg chg="mod">
          <ac:chgData name="Xuebo Liu" userId="03ca8e3e-ef5d-4c2c-a759-93b02397f0c8" providerId="ADAL" clId="{5469A19A-8731-5071-ACFB-69940F350C15}" dt="2026-04-15T07:12:27.931" v="179"/>
          <ac:spMkLst>
            <pc:docMk/>
            <pc:sldMk cId="1186250071" sldId="1307"/>
            <ac:spMk id="17" creationId="{81D36963-9570-4732-896C-053E1D5CF684}"/>
          </ac:spMkLst>
        </pc:spChg>
        <pc:grpChg chg="mod">
          <ac:chgData name="Xuebo Liu" userId="03ca8e3e-ef5d-4c2c-a759-93b02397f0c8" providerId="ADAL" clId="{5469A19A-8731-5071-ACFB-69940F350C15}" dt="2026-04-15T07:12:27.931" v="179"/>
          <ac:grpSpMkLst>
            <pc:docMk/>
            <pc:sldMk cId="1186250071" sldId="1307"/>
            <ac:grpSpMk id="18" creationId="{DF5683D7-E464-497F-8EBE-169B547403D2}"/>
          </ac:grpSpMkLst>
        </pc:grpChg>
        <pc:picChg chg="mod">
          <ac:chgData name="Xuebo Liu" userId="03ca8e3e-ef5d-4c2c-a759-93b02397f0c8" providerId="ADAL" clId="{5469A19A-8731-5071-ACFB-69940F350C15}" dt="2026-04-16T14:59:25.527" v="361"/>
          <ac:picMkLst>
            <pc:docMk/>
            <pc:sldMk cId="1186250071" sldId="1307"/>
            <ac:picMk id="3" creationId="{59F31410-0218-4EDE-8DA9-94F72BB93FBA}"/>
          </ac:picMkLst>
        </pc:picChg>
      </pc:sldChg>
      <pc:sldChg chg="del">
        <pc:chgData name="Xuebo Liu" userId="03ca8e3e-ef5d-4c2c-a759-93b02397f0c8" providerId="ADAL" clId="{5469A19A-8731-5071-ACFB-69940F350C15}" dt="2026-04-16T14:59:15.102" v="343" actId="2696"/>
        <pc:sldMkLst>
          <pc:docMk/>
          <pc:sldMk cId="1634944399" sldId="1311"/>
        </pc:sldMkLst>
      </pc:sldChg>
      <pc:sldChg chg="modSp del mod">
        <pc:chgData name="Xuebo Liu" userId="03ca8e3e-ef5d-4c2c-a759-93b02397f0c8" providerId="ADAL" clId="{5469A19A-8731-5071-ACFB-69940F350C15}" dt="2026-04-16T14:59:17.992" v="354" actId="2696"/>
        <pc:sldMkLst>
          <pc:docMk/>
          <pc:sldMk cId="1936925447" sldId="1318"/>
        </pc:sldMkLst>
        <pc:spChg chg="mod">
          <ac:chgData name="Xuebo Liu" userId="03ca8e3e-ef5d-4c2c-a759-93b02397f0c8" providerId="ADAL" clId="{5469A19A-8731-5071-ACFB-69940F350C15}" dt="2026-04-16T14:59:17.181" v="348" actId="20577"/>
          <ac:spMkLst>
            <pc:docMk/>
            <pc:sldMk cId="1936925447" sldId="1318"/>
            <ac:spMk id="9" creationId="{6D555BC6-DBD2-40D8-9435-3E18D65883ED}"/>
          </ac:spMkLst>
        </pc:spChg>
        <pc:spChg chg="mod">
          <ac:chgData name="Xuebo Liu" userId="03ca8e3e-ef5d-4c2c-a759-93b02397f0c8" providerId="ADAL" clId="{5469A19A-8731-5071-ACFB-69940F350C15}" dt="2026-04-16T14:59:17.181" v="349" actId="20577"/>
          <ac:spMkLst>
            <pc:docMk/>
            <pc:sldMk cId="1936925447" sldId="1318"/>
            <ac:spMk id="10" creationId="{40278CA7-02A2-4C3E-B62C-D58E1F82D1DA}"/>
          </ac:spMkLst>
        </pc:spChg>
        <pc:spChg chg="mod">
          <ac:chgData name="Xuebo Liu" userId="03ca8e3e-ef5d-4c2c-a759-93b02397f0c8" providerId="ADAL" clId="{5469A19A-8731-5071-ACFB-69940F350C15}" dt="2026-04-16T14:59:17.182" v="350" actId="20577"/>
          <ac:spMkLst>
            <pc:docMk/>
            <pc:sldMk cId="1936925447" sldId="1318"/>
            <ac:spMk id="11" creationId="{344C51BF-6197-48BC-BED1-C85D3E75110C}"/>
          </ac:spMkLst>
        </pc:spChg>
        <pc:spChg chg="mod">
          <ac:chgData name="Xuebo Liu" userId="03ca8e3e-ef5d-4c2c-a759-93b02397f0c8" providerId="ADAL" clId="{5469A19A-8731-5071-ACFB-69940F350C15}" dt="2026-04-16T14:59:17.182" v="351" actId="20577"/>
          <ac:spMkLst>
            <pc:docMk/>
            <pc:sldMk cId="1936925447" sldId="1318"/>
            <ac:spMk id="12" creationId="{66B03D6D-E409-4FC4-BC12-646E69099C6E}"/>
          </ac:spMkLst>
        </pc:spChg>
        <pc:spChg chg="mod">
          <ac:chgData name="Xuebo Liu" userId="03ca8e3e-ef5d-4c2c-a759-93b02397f0c8" providerId="ADAL" clId="{5469A19A-8731-5071-ACFB-69940F350C15}" dt="2026-04-16T14:59:17.183" v="352"/>
          <ac:spMkLst>
            <pc:docMk/>
            <pc:sldMk cId="1936925447" sldId="1318"/>
            <ac:spMk id="14" creationId="{12B01498-1EA0-4F65-8333-108439FF3AF0}"/>
          </ac:spMkLst>
        </pc:spChg>
        <pc:spChg chg="mod">
          <ac:chgData name="Xuebo Liu" userId="03ca8e3e-ef5d-4c2c-a759-93b02397f0c8" providerId="ADAL" clId="{5469A19A-8731-5071-ACFB-69940F350C15}" dt="2026-04-15T02:58:03.795" v="71"/>
          <ac:spMkLst>
            <pc:docMk/>
            <pc:sldMk cId="1936925447" sldId="1318"/>
            <ac:spMk id="15" creationId="{AF9C97C1-DAD4-43E2-BE33-371C0BAAC319}"/>
          </ac:spMkLst>
        </pc:spChg>
        <pc:spChg chg="mod">
          <ac:chgData name="Xuebo Liu" userId="03ca8e3e-ef5d-4c2c-a759-93b02397f0c8" providerId="ADAL" clId="{5469A19A-8731-5071-ACFB-69940F350C15}" dt="2026-04-15T02:58:03.795" v="71"/>
          <ac:spMkLst>
            <pc:docMk/>
            <pc:sldMk cId="1936925447" sldId="1318"/>
            <ac:spMk id="16" creationId="{703EF90C-4B50-4D97-AF3B-9006AFCB010C}"/>
          </ac:spMkLst>
        </pc:spChg>
        <pc:spChg chg="mod">
          <ac:chgData name="Xuebo Liu" userId="03ca8e3e-ef5d-4c2c-a759-93b02397f0c8" providerId="ADAL" clId="{5469A19A-8731-5071-ACFB-69940F350C15}" dt="2026-04-15T02:58:03.795" v="71"/>
          <ac:spMkLst>
            <pc:docMk/>
            <pc:sldMk cId="1936925447" sldId="1318"/>
            <ac:spMk id="17" creationId="{50F8D86F-5C96-4DE2-BBEE-6658525BA2C9}"/>
          </ac:spMkLst>
        </pc:spChg>
        <pc:grpChg chg="mod">
          <ac:chgData name="Xuebo Liu" userId="03ca8e3e-ef5d-4c2c-a759-93b02397f0c8" providerId="ADAL" clId="{5469A19A-8731-5071-ACFB-69940F350C15}" dt="2026-04-15T02:58:03.795" v="71"/>
          <ac:grpSpMkLst>
            <pc:docMk/>
            <pc:sldMk cId="1936925447" sldId="1318"/>
            <ac:grpSpMk id="18" creationId="{6FE562C8-7338-4241-BFB3-627D0844440A}"/>
          </ac:grpSpMkLst>
        </pc:grpChg>
        <pc:picChg chg="mod">
          <ac:chgData name="Xuebo Liu" userId="03ca8e3e-ef5d-4c2c-a759-93b02397f0c8" providerId="ADAL" clId="{5469A19A-8731-5071-ACFB-69940F350C15}" dt="2026-04-16T14:59:17.183" v="353"/>
          <ac:picMkLst>
            <pc:docMk/>
            <pc:sldMk cId="1936925447" sldId="1318"/>
            <ac:picMk id="3" creationId="{D6B5BA41-47C7-4938-B361-74761F529BBC}"/>
          </ac:picMkLst>
        </pc:picChg>
      </pc:sldChg>
      <pc:sldChg chg="add del">
        <pc:chgData name="Xuebo Liu" userId="03ca8e3e-ef5d-4c2c-a759-93b02397f0c8" providerId="ADAL" clId="{5469A19A-8731-5071-ACFB-69940F350C15}" dt="2026-04-16T14:59:09.315" v="323" actId="2696"/>
        <pc:sldMkLst>
          <pc:docMk/>
          <pc:sldMk cId="3454496830" sldId="1326"/>
        </pc:sldMkLst>
      </pc:sldChg>
      <pc:sldChg chg="add del">
        <pc:chgData name="Xuebo Liu" userId="03ca8e3e-ef5d-4c2c-a759-93b02397f0c8" providerId="ADAL" clId="{5469A19A-8731-5071-ACFB-69940F350C15}" dt="2026-04-16T14:59:11.928" v="331" actId="2696"/>
        <pc:sldMkLst>
          <pc:docMk/>
          <pc:sldMk cId="1956227086" sldId="1327"/>
        </pc:sldMkLst>
      </pc:sldChg>
      <pc:sldChg chg="modSp add del mod">
        <pc:chgData name="Xuebo Liu" userId="03ca8e3e-ef5d-4c2c-a759-93b02397f0c8" providerId="ADAL" clId="{5469A19A-8731-5071-ACFB-69940F350C15}" dt="2026-04-16T14:59:12.562" v="338" actId="2696"/>
        <pc:sldMkLst>
          <pc:docMk/>
          <pc:sldMk cId="1424712968" sldId="1328"/>
        </pc:sldMkLst>
        <pc:spChg chg="mod">
          <ac:chgData name="Xuebo Liu" userId="03ca8e3e-ef5d-4c2c-a759-93b02397f0c8" providerId="ADAL" clId="{5469A19A-8731-5071-ACFB-69940F350C15}" dt="2026-04-16T14:59:11.930" v="332" actId="20577"/>
          <ac:spMkLst>
            <pc:docMk/>
            <pc:sldMk cId="1424712968" sldId="1328"/>
            <ac:spMk id="12" creationId="{F7632FB5-14AE-4284-9080-DA1E69373691}"/>
          </ac:spMkLst>
        </pc:spChg>
        <pc:spChg chg="mod">
          <ac:chgData name="Xuebo Liu" userId="03ca8e3e-ef5d-4c2c-a759-93b02397f0c8" providerId="ADAL" clId="{5469A19A-8731-5071-ACFB-69940F350C15}" dt="2026-04-16T14:59:11.931" v="333" actId="20577"/>
          <ac:spMkLst>
            <pc:docMk/>
            <pc:sldMk cId="1424712968" sldId="1328"/>
            <ac:spMk id="13" creationId="{6A3620E5-FBB6-4946-9FA6-BD13726D51C5}"/>
          </ac:spMkLst>
        </pc:spChg>
        <pc:spChg chg="mod">
          <ac:chgData name="Xuebo Liu" userId="03ca8e3e-ef5d-4c2c-a759-93b02397f0c8" providerId="ADAL" clId="{5469A19A-8731-5071-ACFB-69940F350C15}" dt="2026-04-16T14:59:11.932" v="334" actId="20577"/>
          <ac:spMkLst>
            <pc:docMk/>
            <pc:sldMk cId="1424712968" sldId="1328"/>
            <ac:spMk id="14" creationId="{5A4B55C1-A952-4BB1-8035-CA5D5ACFF7DC}"/>
          </ac:spMkLst>
        </pc:spChg>
        <pc:spChg chg="mod">
          <ac:chgData name="Xuebo Liu" userId="03ca8e3e-ef5d-4c2c-a759-93b02397f0c8" providerId="ADAL" clId="{5469A19A-8731-5071-ACFB-69940F350C15}" dt="2026-04-16T14:59:11.932" v="335" actId="20577"/>
          <ac:spMkLst>
            <pc:docMk/>
            <pc:sldMk cId="1424712968" sldId="1328"/>
            <ac:spMk id="15" creationId="{F2744E33-BBDC-4B94-B1ED-2E815FDFBBEF}"/>
          </ac:spMkLst>
        </pc:spChg>
        <pc:spChg chg="mod">
          <ac:chgData name="Xuebo Liu" userId="03ca8e3e-ef5d-4c2c-a759-93b02397f0c8" providerId="ADAL" clId="{5469A19A-8731-5071-ACFB-69940F350C15}" dt="2026-04-16T14:59:11.933" v="336"/>
          <ac:spMkLst>
            <pc:docMk/>
            <pc:sldMk cId="1424712968" sldId="1328"/>
            <ac:spMk id="27" creationId="{5DA0FADC-F48C-492C-ACCA-1AC89543E6EF}"/>
          </ac:spMkLst>
        </pc:spChg>
        <pc:picChg chg="mod">
          <ac:chgData name="Xuebo Liu" userId="03ca8e3e-ef5d-4c2c-a759-93b02397f0c8" providerId="ADAL" clId="{5469A19A-8731-5071-ACFB-69940F350C15}" dt="2026-04-16T14:59:11.934" v="337"/>
          <ac:picMkLst>
            <pc:docMk/>
            <pc:sldMk cId="1424712968" sldId="1328"/>
            <ac:picMk id="6" creationId="{BE1FA97F-EE14-47D3-AE0D-E1947F243F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C3DEA-197C-4542-87C0-981212C4EFB2}" type="datetimeFigureOut">
              <a:rPr lang="en-AU" smtClean="0"/>
              <a:t>16/4/2026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A903-3A42-486D-A3BC-854A05CABB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3398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</a:t>
            </a:r>
            <a:r>
              <a:rPr lang="zh-CN" altLang="en-US" dirty="0"/>
              <a:t>可以分为三段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中间的一段的长度小于等于</a:t>
            </a:r>
            <a:r>
              <a:rPr lang="en-AU" altLang="zh-CN" dirty="0"/>
              <a:t>N</a:t>
            </a:r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最后的条件是，中间的串不论循环几次，所得的串仍属于该正则语言。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正则语言</a:t>
            </a:r>
            <a:r>
              <a:rPr lang="en-US" altLang="zh-CN" dirty="0"/>
              <a:t>L</a:t>
            </a:r>
            <a:r>
              <a:rPr lang="zh-CN" altLang="en-US" dirty="0"/>
              <a:t>一旦确定，正整数</a:t>
            </a:r>
            <a:r>
              <a:rPr lang="en-US" altLang="zh-CN" dirty="0"/>
              <a:t>N</a:t>
            </a:r>
            <a:r>
              <a:rPr lang="zh-CN" altLang="en-US" dirty="0"/>
              <a:t>就确定。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被重复的这个，一定是个非空的串。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泵引理是必要条件。即只要一个语言是正则的，那么它一定符合泵引理。它的逆否命题也成立，就是如果一个语言不满足泵引理，那么一定不是正则语言。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544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B1B75A-8A11-4AE5-9EC8-755DBC277209}" type="slidenum"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137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和正则语言类似，如果</a:t>
            </a:r>
            <a:r>
              <a:rPr lang="en-US" altLang="zh-CN" dirty="0"/>
              <a:t>L</a:t>
            </a:r>
            <a:r>
              <a:rPr lang="zh-CN" altLang="en-US" dirty="0"/>
              <a:t>是</a:t>
            </a:r>
            <a:r>
              <a:rPr lang="en-AU" altLang="zh-CN" dirty="0"/>
              <a:t>CFL</a:t>
            </a:r>
            <a:r>
              <a:rPr lang="zh-CN" altLang="en-US" dirty="0"/>
              <a:t>，只有</a:t>
            </a:r>
            <a:r>
              <a:rPr lang="en-AU" altLang="zh-CN" dirty="0"/>
              <a:t>z</a:t>
            </a:r>
            <a:r>
              <a:rPr lang="zh-CN" altLang="en-US" dirty="0"/>
              <a:t>的长度大于等于</a:t>
            </a:r>
            <a:r>
              <a:rPr lang="en-US" altLang="zh-CN" dirty="0"/>
              <a:t>N</a:t>
            </a:r>
            <a:r>
              <a:rPr lang="zh-CN" altLang="en-US" dirty="0"/>
              <a:t>，</a:t>
            </a:r>
            <a:endParaRPr lang="en-AU" altLang="zh-CN" dirty="0"/>
          </a:p>
          <a:p>
            <a:endParaRPr lang="en-AU" dirty="0"/>
          </a:p>
          <a:p>
            <a:r>
              <a:rPr lang="en-AU" dirty="0" err="1"/>
              <a:t>vx</a:t>
            </a:r>
            <a:r>
              <a:rPr lang="zh-CN" altLang="en-US" dirty="0"/>
              <a:t>（第二部分和第四部分连接在一起）不为空</a:t>
            </a:r>
            <a:r>
              <a:rPr lang="en-AU" altLang="zh-CN" dirty="0"/>
              <a:t>,</a:t>
            </a:r>
            <a:r>
              <a:rPr lang="zh-CN" altLang="en-US" dirty="0"/>
              <a:t>这部分是泵引理中用来产生新串的部分，不可能同时为空。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|</a:t>
            </a:r>
            <a:r>
              <a:rPr lang="en-AU" dirty="0" err="1"/>
              <a:t>vwx</a:t>
            </a:r>
            <a:r>
              <a:rPr lang="en-AU" dirty="0"/>
              <a:t>|</a:t>
            </a:r>
            <a:r>
              <a:rPr lang="zh-CN" altLang="en-US" dirty="0"/>
              <a:t>用来被泵的这部分，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第三个条件，泵引理产生新的串的部分。也就是用</a:t>
            </a:r>
            <a:r>
              <a:rPr lang="en-AU" altLang="zh-CN" dirty="0"/>
              <a:t>v</a:t>
            </a:r>
            <a:r>
              <a:rPr lang="zh-CN" altLang="en-US" dirty="0"/>
              <a:t>和</a:t>
            </a:r>
            <a:r>
              <a:rPr lang="en-AU" altLang="zh-CN" dirty="0"/>
              <a:t>x</a:t>
            </a:r>
            <a:r>
              <a:rPr lang="zh-CN" altLang="en-US" dirty="0"/>
              <a:t>同时去泵，产生的新串，仍然在该语言中。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同样的，上下文无关语言的泵引理也只是必要条件，可以用来证明某些语言不是上下文无关的。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5805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乔姆斯基范式（</a:t>
                </a:r>
                <a:r>
                  <a:rPr lang="en-US" altLang="zh-CN" dirty="0"/>
                  <a:t>CNF</a:t>
                </a:r>
                <a:r>
                  <a:rPr lang="zh-CN" altLang="en-US" dirty="0"/>
                  <a:t>）定理：每个不带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都可以由这样的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CFG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定义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中每个产生式的形式都为</a:t>
                </a:r>
                <a:endParaRPr lang="en-AU" altLang="zh-CN" dirty="0"/>
              </a:p>
              <a:p>
                <a:pPr marL="0" indent="0" algn="ctr">
                  <a:buNone/>
                </a:pP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altLang="zh-CN" dirty="0"/>
                  <a:t>或</a:t>
                </a:r>
                <a14:m>
                  <m:oMath xmlns:m="http://schemas.openxmlformats.org/officeDocument/2006/math"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altLang="zh-CN" dirty="0"/>
              </a:p>
              <a:p>
                <a:r>
                  <a:rPr lang="zh-CN" altLang="en-US" dirty="0"/>
                  <a:t>这里的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是变元</a:t>
                </a:r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是终结符。</a:t>
                </a:r>
                <a:br>
                  <a:rPr lang="en-US" altLang="zh-CN" dirty="0"/>
                </a:br>
                <a:br>
                  <a:rPr lang="en-US" altLang="zh-CN" dirty="0"/>
                </a:br>
                <a:r>
                  <a:rPr lang="zh-CN" altLang="en-US" dirty="0"/>
                  <a:t>格雷巴赫范式（</a:t>
                </a:r>
                <a:r>
                  <a:rPr lang="en-US" altLang="zh-CN" dirty="0"/>
                  <a:t>GNF</a:t>
                </a:r>
                <a:r>
                  <a:rPr lang="zh-CN" altLang="en-US" dirty="0"/>
                  <a:t>）定理：每个不带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都可以由这样的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定义</a:t>
                </a:r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中每个产生式的形式都为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是变元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是终结符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是零或多个变元的串。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乔姆斯基范式（</a:t>
                </a:r>
                <a:r>
                  <a:rPr lang="en-US" altLang="zh-CN" dirty="0" smtClean="0"/>
                  <a:t>CNF</a:t>
                </a:r>
                <a:r>
                  <a:rPr lang="zh-CN" altLang="en-US" dirty="0" smtClean="0"/>
                  <a:t>）定理：每个</a:t>
                </a:r>
                <a:r>
                  <a:rPr lang="zh-CN" altLang="en-US" dirty="0"/>
                  <a:t>不带</a:t>
                </a:r>
                <a:r>
                  <a:rPr lang="en-US" altLang="zh-CN" i="0" dirty="0" smtClean="0">
                    <a:latin typeface="Cambria Math" panose="02040503050406030204" pitchFamily="18" charset="0"/>
                  </a:rPr>
                  <a:t>𝜀</a:t>
                </a:r>
                <a:r>
                  <a:rPr lang="zh-CN" altLang="en-US" dirty="0"/>
                  <a:t>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都可以由这样的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CFG</a:t>
                </a:r>
                <a:r>
                  <a:rPr lang="en-US" altLang="zh-CN" dirty="0"/>
                  <a:t> </a:t>
                </a:r>
                <a:r>
                  <a:rPr lang="en-US" altLang="zh-CN" i="0" dirty="0" smtClean="0">
                    <a:latin typeface="Cambria Math" panose="02040503050406030204" pitchFamily="18" charset="0"/>
                  </a:rPr>
                  <a:t>𝐺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定义</a:t>
                </a:r>
                <a:r>
                  <a:rPr lang="en-US" altLang="zh-CN" dirty="0"/>
                  <a:t>, </a:t>
                </a:r>
                <a:r>
                  <a:rPr lang="en-US" altLang="zh-CN" i="0" dirty="0" smtClean="0">
                    <a:latin typeface="Cambria Math" panose="02040503050406030204" pitchFamily="18" charset="0"/>
                  </a:rPr>
                  <a:t>𝐺</a:t>
                </a:r>
                <a:r>
                  <a:rPr lang="zh-CN" altLang="en-US" dirty="0"/>
                  <a:t>中每个产生式的形式都为</a:t>
                </a:r>
                <a:endParaRPr lang="en-AU" altLang="zh-CN" dirty="0"/>
              </a:p>
              <a:p>
                <a:pPr marL="0" indent="0" algn="ctr">
                  <a:buNone/>
                </a:pPr>
                <a:r>
                  <a:rPr lang="en-AU" altLang="zh-CN" dirty="0"/>
                  <a:t> </a:t>
                </a:r>
                <a:r>
                  <a:rPr lang="pt-BR" altLang="zh-CN" i="0" dirty="0" smtClean="0">
                    <a:latin typeface="Cambria Math" panose="02040503050406030204" pitchFamily="18" charset="0"/>
                  </a:rPr>
                  <a:t>𝐴 → 𝐵𝐶 </a:t>
                </a:r>
                <a:r>
                  <a:rPr lang="pt-BR" altLang="zh-CN" dirty="0"/>
                  <a:t>或</a:t>
                </a:r>
                <a:r>
                  <a:rPr lang="pt-BR" altLang="zh-CN" i="0" dirty="0" smtClean="0">
                    <a:latin typeface="Cambria Math" panose="02040503050406030204" pitchFamily="18" charset="0"/>
                  </a:rPr>
                  <a:t> 𝐴 → 𝑎</a:t>
                </a:r>
                <a:endParaRPr lang="en-AU" altLang="zh-CN" dirty="0"/>
              </a:p>
              <a:p>
                <a:r>
                  <a:rPr lang="zh-CN" altLang="en-US" dirty="0"/>
                  <a:t>这里的</a:t>
                </a:r>
                <a:r>
                  <a:rPr lang="en-AU" altLang="zh-CN" i="0" dirty="0" smtClean="0">
                    <a:latin typeface="Cambria Math" panose="02040503050406030204" pitchFamily="18" charset="0"/>
                  </a:rPr>
                  <a:t>𝐴</a:t>
                </a:r>
                <a:r>
                  <a:rPr lang="en-AU" altLang="zh-CN" dirty="0"/>
                  <a:t>,</a:t>
                </a:r>
                <a:r>
                  <a:rPr lang="en-AU" altLang="zh-CN" i="0" dirty="0" smtClean="0">
                    <a:latin typeface="Cambria Math" panose="02040503050406030204" pitchFamily="18" charset="0"/>
                  </a:rPr>
                  <a:t>𝐵</a:t>
                </a:r>
                <a:r>
                  <a:rPr lang="zh-CN" altLang="en-US" dirty="0"/>
                  <a:t>和</a:t>
                </a:r>
                <a:r>
                  <a:rPr lang="en-AU" altLang="zh-CN" i="0" dirty="0" smtClean="0">
                    <a:latin typeface="Cambria Math" panose="02040503050406030204" pitchFamily="18" charset="0"/>
                  </a:rPr>
                  <a:t>𝐶</a:t>
                </a:r>
                <a:r>
                  <a:rPr lang="zh-CN" altLang="en-US" dirty="0"/>
                  <a:t>是变元</a:t>
                </a:r>
                <a:r>
                  <a:rPr lang="en-US" altLang="zh-CN" dirty="0"/>
                  <a:t>,</a:t>
                </a:r>
                <a:r>
                  <a:rPr lang="en-AU" altLang="zh-CN" i="0" dirty="0" smtClean="0">
                    <a:latin typeface="Cambria Math" panose="02040503050406030204" pitchFamily="18" charset="0"/>
                  </a:rPr>
                  <a:t>𝑎</a:t>
                </a:r>
                <a:r>
                  <a:rPr lang="zh-CN" altLang="en-US" dirty="0"/>
                  <a:t>是终结符</a:t>
                </a:r>
                <a:r>
                  <a:rPr lang="zh-CN" altLang="en-US" dirty="0" smtClean="0"/>
                  <a:t>。</a:t>
                </a:r>
                <a:r>
                  <a:rPr lang="en-US" altLang="zh-CN" dirty="0" smtClean="0"/>
                  <a:t/>
                </a:r>
                <a:br>
                  <a:rPr lang="en-US" altLang="zh-CN" dirty="0" smtClean="0"/>
                </a:br>
                <a:r>
                  <a:rPr lang="en-US" altLang="zh-CN" dirty="0" smtClean="0"/>
                  <a:t/>
                </a:r>
                <a:br>
                  <a:rPr lang="en-US" altLang="zh-CN" dirty="0" smtClean="0"/>
                </a:br>
                <a:r>
                  <a:rPr lang="zh-CN" altLang="en-US" dirty="0" smtClean="0"/>
                  <a:t>格雷巴赫范式（</a:t>
                </a:r>
                <a:r>
                  <a:rPr lang="en-US" altLang="zh-CN" dirty="0" smtClean="0"/>
                  <a:t>GNF</a:t>
                </a:r>
                <a:r>
                  <a:rPr lang="zh-CN" altLang="en-US" dirty="0" smtClean="0"/>
                  <a:t>）定理：每个不带</a:t>
                </a:r>
                <a:r>
                  <a:rPr lang="en-US" altLang="zh-CN" i="0" dirty="0" smtClean="0">
                    <a:latin typeface="Cambria Math" panose="02040503050406030204" pitchFamily="18" charset="0"/>
                  </a:rPr>
                  <a:t>𝜀</a:t>
                </a:r>
                <a:r>
                  <a:rPr lang="zh-CN" altLang="en-US" dirty="0"/>
                  <a:t>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都可以由这样的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CFG </a:t>
                </a:r>
                <a:r>
                  <a:rPr lang="en-US" altLang="zh-CN" i="0" dirty="0" smtClean="0">
                    <a:latin typeface="Cambria Math" panose="02040503050406030204" pitchFamily="18" charset="0"/>
                  </a:rPr>
                  <a:t>𝐺</a:t>
                </a:r>
                <a:r>
                  <a:rPr lang="zh-CN" altLang="en-US" dirty="0"/>
                  <a:t>定义</a:t>
                </a:r>
                <a:r>
                  <a:rPr lang="en-US" altLang="zh-CN" dirty="0"/>
                  <a:t>,</a:t>
                </a:r>
                <a:r>
                  <a:rPr lang="en-US" altLang="zh-CN" i="0" dirty="0" smtClean="0">
                    <a:latin typeface="Cambria Math" panose="02040503050406030204" pitchFamily="18" charset="0"/>
                  </a:rPr>
                  <a:t>𝐺</a:t>
                </a:r>
                <a:r>
                  <a:rPr lang="zh-CN" altLang="en-US" dirty="0"/>
                  <a:t>中每个产生式的形式都为</a:t>
                </a:r>
              </a:p>
              <a:p>
                <a:pPr marL="0" indent="0">
                  <a:buNone/>
                </a:pPr>
                <a:r>
                  <a:rPr lang="en-US" altLang="zh-CN" i="0" dirty="0" smtClean="0">
                    <a:latin typeface="Cambria Math" panose="02040503050406030204" pitchFamily="18" charset="0"/>
                  </a:rPr>
                  <a:t>𝐴 → 𝑎𝛼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其中</a:t>
                </a:r>
                <a:r>
                  <a:rPr lang="en-US" altLang="zh-CN" i="0" dirty="0" smtClean="0">
                    <a:latin typeface="Cambria Math" panose="02040503050406030204" pitchFamily="18" charset="0"/>
                  </a:rPr>
                  <a:t>𝐴</a:t>
                </a:r>
                <a:r>
                  <a:rPr lang="zh-CN" altLang="en-US" dirty="0"/>
                  <a:t>是变元</a:t>
                </a:r>
                <a:r>
                  <a:rPr lang="en-US" altLang="zh-CN" dirty="0"/>
                  <a:t>, </a:t>
                </a:r>
                <a:r>
                  <a:rPr lang="en-US" altLang="zh-CN" i="0" dirty="0" smtClean="0">
                    <a:latin typeface="Cambria Math" panose="02040503050406030204" pitchFamily="18" charset="0"/>
                  </a:rPr>
                  <a:t>𝑎</a:t>
                </a:r>
                <a:r>
                  <a:rPr lang="zh-CN" altLang="en-US" dirty="0"/>
                  <a:t>是终结符</a:t>
                </a:r>
                <a:r>
                  <a:rPr lang="en-US" altLang="zh-CN" dirty="0"/>
                  <a:t>, </a:t>
                </a:r>
                <a:r>
                  <a:rPr lang="en-US" altLang="zh-CN" i="0" dirty="0" smtClean="0">
                    <a:latin typeface="Cambria Math" panose="02040503050406030204" pitchFamily="18" charset="0"/>
                  </a:rPr>
                  <a:t>𝛼</a:t>
                </a:r>
                <a:r>
                  <a:rPr lang="zh-CN" altLang="en-US" dirty="0"/>
                  <a:t>是零或多个变元的串。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1824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41F5D1-FE73-4FD9-B07F-ABE682ACA5F0}" type="slidenum"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52974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只包含</a:t>
                </a:r>
                <a:r>
                  <a:rPr lang="en-AU" altLang="zh-CN" dirty="0"/>
                  <a:t>0,1,</a:t>
                </a:r>
                <a:r>
                  <a:rPr lang="zh-CN" altLang="en-US" dirty="0"/>
                  <a:t>或</a:t>
                </a:r>
                <a:r>
                  <a:rPr lang="en-AU" altLang="zh-CN" dirty="0"/>
                  <a:t>2</a:t>
                </a:r>
                <a:r>
                  <a:rPr lang="zh-CN" altLang="en-US" dirty="0"/>
                  <a:t>，那么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𝑢𝑤𝑦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; (</a:t>
                </a:r>
                <a:r>
                  <a:rPr lang="en-AU" altLang="zh-CN" dirty="0" err="1"/>
                  <a:t>uwy</a:t>
                </a:r>
                <a:r>
                  <a:rPr lang="zh-CN" altLang="en-US" dirty="0"/>
                  <a:t>即删掉部分</a:t>
                </a:r>
                <a:r>
                  <a:rPr lang="en-AU" altLang="zh-CN" dirty="0"/>
                  <a:t>0</a:t>
                </a:r>
                <a:r>
                  <a:rPr lang="zh-CN" altLang="en-US" dirty="0"/>
                  <a:t>，或部分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，或部分</a:t>
                </a:r>
                <a:r>
                  <a:rPr lang="en-AU" altLang="zh-CN" dirty="0"/>
                  <a:t>2</a:t>
                </a:r>
                <a:r>
                  <a:rPr lang="zh-CN" altLang="en-US" dirty="0"/>
                  <a:t>，那么都不会在语言中</a:t>
                </a:r>
                <a:r>
                  <a:rPr lang="en-AU" altLang="zh-CN" dirty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67A903-3A42-486D-A3BC-854A05CABB63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653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7DF740-0635-42CC-B84E-25BA02F04F47}" type="slidenum"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7896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7DF740-0635-42CC-B84E-25BA02F04F47}" type="slidenum"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3951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32000" y="127733"/>
            <a:ext cx="9743263" cy="698744"/>
          </a:xfrm>
        </p:spPr>
        <p:txBody>
          <a:bodyPr/>
          <a:lstStyle>
            <a:lvl1pPr algn="l">
              <a:defRPr sz="3600" b="0">
                <a:solidFill>
                  <a:srgbClr val="800080"/>
                </a:solidFill>
                <a:latin typeface="Times New Roman" panose="02020603050405020304" pitchFamily="18" charset="0"/>
                <a:ea typeface="STXingkai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7938" y="1368068"/>
            <a:ext cx="9550400" cy="4525963"/>
          </a:xfrm>
        </p:spPr>
        <p:txBody>
          <a:bodyPr/>
          <a:lstStyle>
            <a:lvl1pPr>
              <a:defRPr sz="2800" b="1">
                <a:latin typeface="KaiTi_GB2312" panose="02010609030101010101" pitchFamily="49" charset="-122"/>
                <a:ea typeface="KaiTi_GB2312" panose="02010609030101010101" pitchFamily="49" charset="-122"/>
              </a:defRPr>
            </a:lvl1pPr>
            <a:lvl2pPr>
              <a:defRPr>
                <a:latin typeface="KaiTi_GB2312" panose="02010609030101010101" pitchFamily="49" charset="-122"/>
                <a:ea typeface="KaiTi_GB2312" panose="02010609030101010101" pitchFamily="49" charset="-122"/>
              </a:defRPr>
            </a:lvl2pPr>
            <a:lvl3pPr>
              <a:defRPr>
                <a:latin typeface="KaiTi_GB2312" panose="02010609030101010101" pitchFamily="49" charset="-122"/>
                <a:ea typeface="KaiTi_GB2312" panose="02010609030101010101" pitchFamily="49" charset="-122"/>
              </a:defRPr>
            </a:lvl3pPr>
            <a:lvl4pPr>
              <a:defRPr>
                <a:latin typeface="KaiTi_GB2312" panose="02010609030101010101" pitchFamily="49" charset="-122"/>
                <a:ea typeface="KaiTi_GB2312" panose="02010609030101010101" pitchFamily="49" charset="-122"/>
              </a:defRPr>
            </a:lvl4pPr>
            <a:lvl5pPr>
              <a:defRPr>
                <a:latin typeface="KaiTi_GB2312" panose="02010609030101010101" pitchFamily="49" charset="-122"/>
                <a:ea typeface="KaiTi_GB2312" panose="02010609030101010101" pitchFamily="49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E03C2985-DA0A-423A-A02E-2E38F06C445F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2026/4/16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2026/4/16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2026/4/16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2026/4/16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32000" y="149956"/>
            <a:ext cx="7406613" cy="692696"/>
          </a:xfrm>
        </p:spPr>
        <p:txBody>
          <a:bodyPr>
            <a:noAutofit/>
          </a:bodyPr>
          <a:lstStyle>
            <a:lvl1pPr algn="l">
              <a:defRPr sz="3600"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STXingkai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702554A5-A581-4AB9-AEA0-FA3C5F0DF619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2026/4/16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9891A0AF-8D07-42A7-B1EB-C2BD93C0D5E5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2026/4/16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2026/4/16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2026/4/16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2026/4/16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2026/4/16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ChangeArrowheads="1"/>
          </p:cNvSpPr>
          <p:nvPr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2400" b="0">
              <a:solidFill>
                <a:schemeClr val="tx1"/>
              </a:solidFill>
            </a:endParaRPr>
          </a:p>
        </p:txBody>
      </p:sp>
      <p:sp>
        <p:nvSpPr>
          <p:cNvPr id="6147" name="AutoShape 1027"/>
          <p:cNvSpPr>
            <a:spLocks noChangeArrowheads="1"/>
          </p:cNvSpPr>
          <p:nvPr/>
        </p:nvSpPr>
        <p:spPr bwMode="auto">
          <a:xfrm>
            <a:off x="914400" y="990600"/>
            <a:ext cx="6908800" cy="1905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2400" b="0">
              <a:solidFill>
                <a:schemeClr val="tx1"/>
              </a:solidFill>
            </a:endParaRPr>
          </a:p>
        </p:txBody>
      </p:sp>
      <p:sp>
        <p:nvSpPr>
          <p:cNvPr id="6148" name="Rectangle 1028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31467" y="2927350"/>
            <a:ext cx="4876800" cy="18224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grpSp>
        <p:nvGrpSpPr>
          <p:cNvPr id="6149" name="Group 1029"/>
          <p:cNvGrpSpPr>
            <a:grpSpLocks/>
          </p:cNvGrpSpPr>
          <p:nvPr/>
        </p:nvGrpSpPr>
        <p:grpSpPr bwMode="auto">
          <a:xfrm>
            <a:off x="4842933" y="4889500"/>
            <a:ext cx="6502400" cy="319088"/>
            <a:chOff x="2288" y="3080"/>
            <a:chExt cx="3072" cy="201"/>
          </a:xfrm>
        </p:grpSpPr>
        <p:sp>
          <p:nvSpPr>
            <p:cNvPr id="6150" name="AutoShape 1030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6151" name="AutoShape 1031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6152" name="Rectangle 1032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3556000" y="6553200"/>
            <a:ext cx="2540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b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153" name="Rectangle 103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27852" y="6553200"/>
            <a:ext cx="4373033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400" b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154" name="Rectangle 10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2701" y="6359525"/>
            <a:ext cx="783167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2600">
                <a:solidFill>
                  <a:schemeClr val="bg1"/>
                </a:solidFill>
                <a:latin typeface="+mn-lt"/>
              </a:defRPr>
            </a:lvl1pPr>
          </a:lstStyle>
          <a:p>
            <a:fld id="{A3831F45-5CF7-4EE9-994B-0D1A5DA694B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155" name="Rectangle 1035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812800" y="1371601"/>
            <a:ext cx="10363200" cy="6318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56" name="Line 1036"/>
          <p:cNvSpPr>
            <a:spLocks noChangeShapeType="1"/>
          </p:cNvSpPr>
          <p:nvPr userDrawn="1"/>
        </p:nvSpPr>
        <p:spPr bwMode="auto">
          <a:xfrm>
            <a:off x="914400" y="1219200"/>
            <a:ext cx="10202333" cy="0"/>
          </a:xfrm>
          <a:prstGeom prst="line">
            <a:avLst/>
          </a:prstGeom>
          <a:noFill/>
          <a:ln w="47625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158" name="Text Box 1038"/>
          <p:cNvSpPr txBox="1">
            <a:spLocks noChangeArrowheads="1"/>
          </p:cNvSpPr>
          <p:nvPr userDrawn="1"/>
        </p:nvSpPr>
        <p:spPr bwMode="auto">
          <a:xfrm>
            <a:off x="1219201" y="395288"/>
            <a:ext cx="80391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>
                <a:latin typeface="Arial" pitchFamily="34" charset="0"/>
                <a:cs typeface="Times New Roman" pitchFamily="18" charset="0"/>
              </a:rPr>
              <a:t>Formal Languages and Automata</a:t>
            </a:r>
          </a:p>
        </p:txBody>
      </p:sp>
    </p:spTree>
    <p:extLst>
      <p:ext uri="{BB962C8B-B14F-4D97-AF65-F5344CB8AC3E}">
        <p14:creationId xmlns:p14="http://schemas.microsoft.com/office/powerpoint/2010/main" val="1563153924"/>
      </p:ext>
    </p:extLst>
  </p:cSld>
  <p:clrMapOvr>
    <a:masterClrMapping/>
  </p:clrMapOvr>
  <p:transition spd="med" advClick="0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79477753"/>
      </p:ext>
    </p:extLst>
  </p:cSld>
  <p:clrMapOvr>
    <a:masterClrMapping/>
  </p:clrMapOvr>
  <p:transition spd="med" advClick="0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51120349"/>
      </p:ext>
    </p:extLst>
  </p:cSld>
  <p:clrMapOvr>
    <a:masterClrMapping/>
  </p:clrMapOvr>
  <p:transition spd="med" advClick="0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73086845"/>
      </p:ext>
    </p:extLst>
  </p:cSld>
  <p:clrMapOvr>
    <a:masterClrMapping/>
  </p:clrMapOvr>
  <p:transition spd="med" advClick="0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88896384"/>
      </p:ext>
    </p:extLst>
  </p:cSld>
  <p:clrMapOvr>
    <a:masterClrMapping/>
  </p:clrMapOvr>
  <p:transition spd="med" advClick="0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97803436"/>
      </p:ext>
    </p:extLst>
  </p:cSld>
  <p:clrMapOvr>
    <a:masterClrMapping/>
  </p:clrMapOvr>
  <p:transition spd="med" advClick="0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55767"/>
      </p:ext>
    </p:extLst>
  </p:cSld>
  <p:clrMapOvr>
    <a:masterClrMapping/>
  </p:clrMapOvr>
  <p:transition spd="med" advClick="0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9720811"/>
      </p:ext>
    </p:extLst>
  </p:cSld>
  <p:clrMapOvr>
    <a:masterClrMapping/>
  </p:clrMapOvr>
  <p:transition spd="med" advClick="0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74401403"/>
      </p:ext>
    </p:extLst>
  </p:cSld>
  <p:clrMapOvr>
    <a:masterClrMapping/>
  </p:clrMapOvr>
  <p:transition spd="med" advClick="0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54962978"/>
      </p:ext>
    </p:extLst>
  </p:cSld>
  <p:clrMapOvr>
    <a:masterClrMapping/>
  </p:clrMapOvr>
  <p:transition spd="med" advClick="0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14925499"/>
      </p:ext>
    </p:extLst>
  </p:cSld>
  <p:clrMapOvr>
    <a:masterClrMapping/>
  </p:clrMapOvr>
  <p:transition spd="med" advClick="0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2026/4/16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1041">
            <a:extLst>
              <a:ext uri="{FF2B5EF4-FFF2-40B4-BE49-F238E27FC236}">
                <a16:creationId xmlns:a16="http://schemas.microsoft.com/office/drawing/2014/main" id="{2A2C2C5C-3A16-8849-8AE9-037062D9C7D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48684" y="0"/>
            <a:ext cx="1968501" cy="6884988"/>
            <a:chOff x="0" y="0"/>
            <a:chExt cx="2016" cy="4320"/>
          </a:xfrm>
        </p:grpSpPr>
        <p:sp>
          <p:nvSpPr>
            <p:cNvPr id="8" name="Rectangle 1042">
              <a:extLst>
                <a:ext uri="{FF2B5EF4-FFF2-40B4-BE49-F238E27FC236}">
                  <a16:creationId xmlns:a16="http://schemas.microsoft.com/office/drawing/2014/main" id="{FAA07B8C-8FAD-6940-8919-DC2BC16E5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9" name="Rectangle 1043">
              <a:extLst>
                <a:ext uri="{FF2B5EF4-FFF2-40B4-BE49-F238E27FC236}">
                  <a16:creationId xmlns:a16="http://schemas.microsoft.com/office/drawing/2014/main" id="{A66CB090-46DF-774C-8B79-852DCF121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10" name="Line 1044">
            <a:extLst>
              <a:ext uri="{FF2B5EF4-FFF2-40B4-BE49-F238E27FC236}">
                <a16:creationId xmlns:a16="http://schemas.microsoft.com/office/drawing/2014/main" id="{AE793FDB-0880-954D-B6F6-356BCF66CDE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970618" y="1008064"/>
            <a:ext cx="10020300" cy="9525"/>
          </a:xfrm>
          <a:prstGeom prst="line">
            <a:avLst/>
          </a:prstGeom>
          <a:noFill/>
          <a:ln w="57150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sz="2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7" name="Group 1041"/>
          <p:cNvGrpSpPr>
            <a:grpSpLocks/>
          </p:cNvGrpSpPr>
          <p:nvPr userDrawn="1"/>
        </p:nvGrpSpPr>
        <p:grpSpPr bwMode="auto">
          <a:xfrm>
            <a:off x="1" y="-26988"/>
            <a:ext cx="1968500" cy="6884988"/>
            <a:chOff x="0" y="0"/>
            <a:chExt cx="2016" cy="4320"/>
          </a:xfrm>
        </p:grpSpPr>
        <p:sp>
          <p:nvSpPr>
            <p:cNvPr id="5138" name="Rectangle 1042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5139" name="Rectangle 1043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5140" name="Line 1044"/>
          <p:cNvSpPr>
            <a:spLocks noChangeShapeType="1"/>
          </p:cNvSpPr>
          <p:nvPr userDrawn="1"/>
        </p:nvSpPr>
        <p:spPr bwMode="auto">
          <a:xfrm>
            <a:off x="2019301" y="981076"/>
            <a:ext cx="10020300" cy="9525"/>
          </a:xfrm>
          <a:prstGeom prst="line">
            <a:avLst/>
          </a:prstGeom>
          <a:noFill/>
          <a:ln w="57150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5143" name="AutoShape 1047"/>
          <p:cNvSpPr>
            <a:spLocks noChangeArrowheads="1"/>
          </p:cNvSpPr>
          <p:nvPr userDrawn="1"/>
        </p:nvSpPr>
        <p:spPr bwMode="auto">
          <a:xfrm>
            <a:off x="1538818" y="188913"/>
            <a:ext cx="4415367" cy="647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24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98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ransition spd="med" advClick="0">
    <p:wipe dir="r"/>
  </p:transition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1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image" Target="../media/image1.tmp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2" Type="http://schemas.openxmlformats.org/officeDocument/2006/relationships/tags" Target="../tags/tag34.xml"/><Relationship Id="rId16" Type="http://schemas.openxmlformats.org/officeDocument/2006/relationships/image" Target="../media/image1.tmp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5" Type="http://schemas.openxmlformats.org/officeDocument/2006/relationships/image" Target="../media/image2.png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9880" y="149116"/>
            <a:ext cx="9743263" cy="698744"/>
          </a:xfrm>
        </p:spPr>
        <p:txBody>
          <a:bodyPr/>
          <a:lstStyle/>
          <a:p>
            <a:r>
              <a:rPr lang="en-US" altLang="zh-CN" b="1" dirty="0"/>
              <a:t>Lecture12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上下文无关语言的泵引理及应用</a:t>
            </a:r>
            <a:endParaRPr lang="en-AU" altLang="zh-CN" dirty="0"/>
          </a:p>
          <a:p>
            <a:r>
              <a:rPr lang="zh-CN" altLang="en-US" dirty="0"/>
              <a:t>上下文无关语言的封闭性</a:t>
            </a:r>
            <a:endParaRPr lang="en-AU" altLang="zh-CN" dirty="0"/>
          </a:p>
          <a:p>
            <a:r>
              <a:rPr lang="zh-CN" altLang="en-US" dirty="0"/>
              <a:t>上下文无关语言的判定性质</a:t>
            </a:r>
            <a:endParaRPr lang="en-AU" altLang="zh-CN" dirty="0"/>
          </a:p>
          <a:p>
            <a:r>
              <a:rPr lang="zh-CN" altLang="en-US" dirty="0"/>
              <a:t>乔姆斯基文法体系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</a:t>
            </a:fld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上下文无关语言的泵引理及应用</a:t>
            </a:r>
            <a:endParaRPr lang="en-AU" altLang="zh-CN" dirty="0"/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上下文无关语言的封闭性</a:t>
            </a:r>
            <a:endParaRPr lang="en-AU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上下文无关语言的判定性质</a:t>
            </a:r>
            <a:endParaRPr lang="en-AU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乔姆斯基文法体系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2</a:t>
            </a:fld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正则语言的泵引理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187927"/>
                <a:ext cx="8458200" cy="4525963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泵引理</a:t>
                </a:r>
                <a:r>
                  <a:rPr lang="en-AU" altLang="zh-CN" dirty="0"/>
                  <a:t>(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pumping lemma</a:t>
                </a:r>
                <a:r>
                  <a:rPr lang="en-AU" altLang="zh-CN" dirty="0"/>
                  <a:t>): 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是正则的，那么存在正整数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只要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就可以将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分为三部分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𝑥𝑦𝑧</m:t>
                    </m:r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满足</a:t>
                </a:r>
                <a:r>
                  <a:rPr lang="en-US" altLang="zh-CN" dirty="0"/>
                  <a:t>: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zh-CN" alt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（或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AU" altLang="zh-CN" b="0" i="0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/>
                  <a:t>）</a:t>
                </a:r>
                <a:r>
                  <a:rPr lang="en-AU" altLang="zh-CN" dirty="0"/>
                  <a:t>;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dirty="0"/>
                  <a:t>;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zh-CN" altLang="en-US" dirty="0"/>
                  <a:t>中间的串不论循环几次，所得的串仍属于该正则语言。</a:t>
                </a:r>
                <a:endParaRPr lang="en-AU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187927"/>
                <a:ext cx="8458200" cy="4525963"/>
              </a:xfrm>
              <a:blipFill>
                <a:blip r:embed="rId3"/>
                <a:stretch>
                  <a:fillRect l="-1349" t="-1120" r="-3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8378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DD88BC0-D989-450C-8662-419D20F22E2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‌</a:t>
            </a:r>
            <a:r>
              <a:rPr lang="zh-CN" altLang="en-US" sz="2800" b="1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有关正则语言的泵引理，以下描述正确的是：</a:t>
            </a:r>
            <a:endParaRPr lang="zh-CN" altLang="en-US" sz="26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64A2C6-AC91-4B6E-8B9C-0015B9D701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如果一个语言符合泵引理，一定是正则的。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052DAF-10EA-49FA-98A8-76CD10A5AEE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无限的语言如果符合泵引理，一定是正则的。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8E9649-2F19-4110-91CF-E13E2018836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有限的语言一定是正则的，但不符合泵引理。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26F90A-7699-46B0-B7FD-D67E034E693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无限的语言如果不符合泵引理，一定不是正则的。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5CE2E36-62FD-4685-8F66-627CF7D9C15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AA3790E-FC55-4FD9-A643-55E789108C5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5F66646-B0D0-48B4-8E19-2F9C8106A77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EE1AD55-B067-497F-AF3D-727134199D0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49077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61147C3-9EC8-4A0F-805B-99984C46DE1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4DBF23C-5643-444C-AA70-90F1BDD4A42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以上都错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59F08562-1B54-49CE-B69A-0D61EB87C6D8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50B4B5B-8DF0-434B-9EE0-7444CB653192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18FD4B15-957B-4C1C-8CD5-11AC7880E17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7DCBF04E-5B57-4C41-890C-113CE8DCC8E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E0A6B9BF-F1DD-43AF-9E0B-AF6FBC38BE91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A564E4CE-74BA-4E6F-ABF0-25587DB3DA9F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AC3E53A-6F7A-448F-B8DB-B77A8555812F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934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611199-FDE8-4B73-B99B-D63112D61B4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‎每一个有穷的语言都是正则语言。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B8D8AC-719B-4793-B5D7-0F9DED32120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8BBCB9-A8D5-46AF-91F5-842B57C9FF3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1290215-36F3-4425-B991-77BC444B9051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6A9074F-804B-46E3-8B92-8E823FF2411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936FED7-4CCB-4EAF-9A0D-6AED7B804D4D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79EA591-D19C-4139-BEF0-B980D6B4D02E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DB3E5A0D-A9C5-4984-BD0E-75D0FB6AC07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9C355AD-61BA-4148-9A8F-8414228F6AA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DD1FB280-9700-40E6-A1F7-2AD88FCAD979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724EBF3-9766-4652-91A8-806009BFB33B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66E6C22-2B88-41F4-94A3-02B908C41FCA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550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7A0B0E8-AB1F-40B9-97C3-A709F39442C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                                             不是正则语言。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BD0380-5CC6-40FD-B494-D5A01935840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B0E566-F84E-4DC8-960E-6297573B446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F22DB30-EEA7-49EE-8EE4-E424F7E1DB12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FFEDB28-0E15-4A82-BDF7-B5200653038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C1ED159-D0E4-4B77-8348-F05BE17B3246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D3E52F5B-9357-4D73-9AC8-F478BDFCD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625" y="1493223"/>
            <a:ext cx="4372453" cy="44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DF5683D7-E464-497F-8EBE-169B547403D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4566442E-BC39-47ED-8ABC-C74AE181145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555CFE18-43BA-403B-8BC3-3405C7C5A9D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D9B8ADE4-855C-4E29-8DF3-1054E37B6664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81D36963-9570-4732-896C-053E1D5CF684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9F31410-0218-4EDE-8DA9-94F72BB93FBA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6250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6" name="Rectangle 6"/>
          <p:cNvSpPr>
            <a:spLocks noChangeArrowheads="1"/>
          </p:cNvSpPr>
          <p:nvPr/>
        </p:nvSpPr>
        <p:spPr bwMode="auto">
          <a:xfrm>
            <a:off x="1909764" y="1406525"/>
            <a:ext cx="84597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 defTabSz="914400" fontAlgn="base">
              <a:spcBef>
                <a:spcPct val="0"/>
              </a:spcBef>
              <a:spcAft>
                <a:spcPct val="0"/>
              </a:spcAft>
              <a:buClr>
                <a:srgbClr val="800080"/>
              </a:buClr>
              <a:buFont typeface="Wingdings" pitchFamily="2" charset="2"/>
              <a:buChar char="²"/>
            </a:pPr>
            <a:r>
              <a:rPr kumimoji="1" lang="en-US" altLang="zh-CN" sz="32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上下文无关</a:t>
            </a: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语言应满足的一个必要条件</a:t>
            </a:r>
          </a:p>
        </p:txBody>
      </p:sp>
      <p:sp>
        <p:nvSpPr>
          <p:cNvPr id="194567" name="Rectangle 7"/>
          <p:cNvSpPr>
            <a:spLocks noChangeArrowheads="1"/>
          </p:cNvSpPr>
          <p:nvPr/>
        </p:nvSpPr>
        <p:spPr bwMode="auto">
          <a:xfrm>
            <a:off x="1903414" y="2163764"/>
            <a:ext cx="84597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defTabSz="914400" fontAlgn="base">
              <a:spcBef>
                <a:spcPct val="0"/>
              </a:spcBef>
              <a:spcAft>
                <a:spcPct val="0"/>
              </a:spcAft>
              <a:buClr>
                <a:srgbClr val="800080"/>
              </a:buClr>
              <a:buFont typeface="Wingdings" pitchFamily="2" charset="2"/>
              <a:buChar char="²"/>
            </a:pPr>
            <a:r>
              <a:rPr kumimoji="1" lang="en-US" altLang="zh-CN" sz="32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可用于判定某些语言不是</a:t>
            </a: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上下文无关</a:t>
            </a: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语言</a:t>
            </a:r>
          </a:p>
        </p:txBody>
      </p:sp>
      <p:sp>
        <p:nvSpPr>
          <p:cNvPr id="194568" name="Rectangle 8"/>
          <p:cNvSpPr>
            <a:spLocks noChangeArrowheads="1"/>
          </p:cNvSpPr>
          <p:nvPr/>
        </p:nvSpPr>
        <p:spPr bwMode="auto">
          <a:xfrm>
            <a:off x="2667000" y="228600"/>
            <a:ext cx="6934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针对上下文无关语言的</a:t>
            </a:r>
            <a:r>
              <a:rPr kumimoji="1" lang="zh-CN" altLang="en-US" sz="3200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泵</a:t>
            </a: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引理</a:t>
            </a:r>
          </a:p>
        </p:txBody>
      </p:sp>
    </p:spTree>
  </p:cSld>
  <p:clrMapOvr>
    <a:masterClrMapping/>
  </p:clrMapOvr>
  <p:transition spd="med" advClick="0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上下文无关语言的泵引理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定理</a:t>
                </a:r>
                <a:r>
                  <a:rPr lang="en-AU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</a:t>
                </a:r>
                <a:r>
                  <a:rPr lang="zh-CN" altLang="en-US" sz="2400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 如果语言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是</a:t>
                </a:r>
                <a:r>
                  <a:rPr lang="en-AU" altLang="zh-CN" sz="2400" b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CFL</a:t>
                </a:r>
                <a:r>
                  <a:rPr lang="en-AU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:r>
                  <a:rPr lang="zh-CN" altLang="en-US" sz="2400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那么存在正整数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:r>
                  <a:rPr lang="zh-CN" altLang="en-US" sz="2400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对 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</a:t>
                </a:r>
                <a:r>
                  <a:rPr lang="zh-CN" altLang="en-US" sz="2400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只要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 ≥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:r>
                  <a:rPr lang="zh-CN" altLang="en-US" sz="2400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就可以将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分为五部分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r>
                      <a:rPr lang="en-AU" altLang="zh-CN" sz="240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𝑢𝑣𝑤𝑥𝑦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满足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</a:t>
                </a:r>
              </a:p>
              <a:p>
                <a:pPr marL="400050" lvl="1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</a:t>
                </a:r>
                <a:r>
                  <a:rPr lang="zh-CN" altLang="en-US" sz="2400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 &gt; 0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);</a:t>
                </a:r>
              </a:p>
              <a:p>
                <a:pPr marL="400050" lvl="1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(2)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 ≤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;</a:t>
                </a:r>
              </a:p>
              <a:p>
                <a:pPr marL="400050" lvl="1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(3)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≥ 0,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40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40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457200" indent="-457200"/>
                <a:endParaRPr lang="en-US" altLang="zh-CN" sz="2400" b="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457200" indent="-457200"/>
                <a:r>
                  <a:rPr lang="en-US" altLang="zh-CN" sz="2400" b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CNF</a:t>
                </a:r>
                <a:r>
                  <a:rPr lang="zh-CN" altLang="en-US" sz="2400" b="0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格式的</a:t>
                </a:r>
                <a:r>
                  <a:rPr lang="en-US" altLang="zh-CN" sz="2400" b="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CFG</a:t>
                </a:r>
                <a14:m>
                  <m:oMath xmlns:m="http://schemas.openxmlformats.org/officeDocument/2006/math">
                    <m:r>
                      <a:rPr lang="zh-CN" altLang="en-US" sz="2400" b="0" dirty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endParaRPr lang="en-US" altLang="zh-CN" sz="2400" b="0" dirty="0">
                  <a:latin typeface="Cambria Math" panose="02040503050406030204" pitchFamily="18" charset="0"/>
                  <a:ea typeface="Cambria Math" panose="02040503050406030204" pitchFamily="18" charset="0"/>
                  <a:sym typeface="Wingdings" pitchFamily="2" charset="2"/>
                </a:endParaRPr>
              </a:p>
              <a:p>
                <a:pPr marL="857250" lvl="1" indent="-457200"/>
                <a14:m>
                  <m:oMath xmlns:m="http://schemas.openxmlformats.org/officeDocument/2006/math">
                    <m:r>
                      <a:rPr lang="pt-BR" altLang="zh-CN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altLang="zh-CN" sz="2400" i="1" dirty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altLang="zh-CN" sz="2400" dirty="0"/>
                  <a:t>;</a:t>
                </a: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lang="pt-BR" altLang="zh-CN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altLang="zh-CN" sz="2400" i="1" dirty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altLang="zh-CN" sz="2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400" dirty="0"/>
                  <a:t>;</a:t>
                </a:r>
                <a:r>
                  <a:rPr lang="pt-BR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altLang="zh-CN" sz="2400" i="1" dirty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400" b="0" dirty="0"/>
              </a:p>
              <a:p>
                <a:pPr marL="857250" lvl="1" indent="-457200"/>
                <a:r>
                  <a:rPr lang="zh-CN" altLang="en-US" sz="2400" b="0" dirty="0">
                    <a:latin typeface="Cambria Math" panose="02040503050406030204" pitchFamily="18" charset="0"/>
                  </a:rPr>
                  <a:t>派生</a:t>
                </a:r>
                <a14:m>
                  <m:oMath xmlns:m="http://schemas.openxmlformats.org/officeDocument/2006/math">
                    <m:r>
                      <a:rPr lang="pt-BR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𝑏𝑏</m:t>
                    </m:r>
                  </m:oMath>
                </a14:m>
                <a:r>
                  <a:rPr lang="zh-CN" altLang="en-US" sz="2400" b="0" dirty="0">
                    <a:latin typeface="Cambria Math" panose="02040503050406030204" pitchFamily="18" charset="0"/>
                  </a:rPr>
                  <a:t>的过程</a:t>
                </a:r>
                <a:endParaRPr lang="en-US" altLang="zh-CN" sz="2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57250" lvl="1" indent="-457200"/>
                <a:endParaRPr lang="en-AU" altLang="zh-CN" dirty="0"/>
              </a:p>
              <a:p>
                <a:pPr marL="857250" lvl="1" indent="-457200"/>
                <a:endParaRPr lang="en-AU" altLang="zh-CN" dirty="0"/>
              </a:p>
              <a:p>
                <a:pPr marL="457200" indent="-457200"/>
                <a:endParaRPr lang="en-AU" b="0" dirty="0"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0" t="-1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8</a:t>
            </a:fld>
            <a:endParaRPr lang="en-AU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A0DD8D-C3E1-3D49-9277-EF190CC28D53}"/>
              </a:ext>
            </a:extLst>
          </p:cNvPr>
          <p:cNvSpPr txBox="1"/>
          <p:nvPr/>
        </p:nvSpPr>
        <p:spPr>
          <a:xfrm>
            <a:off x="9100457" y="4191000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FDF698-485C-A448-80F8-BC64DB364692}"/>
              </a:ext>
            </a:extLst>
          </p:cNvPr>
          <p:cNvSpPr txBox="1"/>
          <p:nvPr/>
        </p:nvSpPr>
        <p:spPr>
          <a:xfrm>
            <a:off x="8802915" y="4702629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727A72-DAE9-DD41-A7CE-8278B652CD26}"/>
              </a:ext>
            </a:extLst>
          </p:cNvPr>
          <p:cNvSpPr txBox="1"/>
          <p:nvPr/>
        </p:nvSpPr>
        <p:spPr>
          <a:xfrm>
            <a:off x="9454939" y="4702629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5A116C-22E9-F543-986A-BEE94FB8645D}"/>
              </a:ext>
            </a:extLst>
          </p:cNvPr>
          <p:cNvSpPr txBox="1"/>
          <p:nvPr/>
        </p:nvSpPr>
        <p:spPr>
          <a:xfrm>
            <a:off x="8454571" y="5071961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00A0B4-85BB-594A-91FF-743DAB4F4965}"/>
              </a:ext>
            </a:extLst>
          </p:cNvPr>
          <p:cNvSpPr txBox="1"/>
          <p:nvPr/>
        </p:nvSpPr>
        <p:spPr>
          <a:xfrm>
            <a:off x="9097247" y="5086913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09F7956-6254-2247-A397-029FEB4393B7}"/>
              </a:ext>
            </a:extLst>
          </p:cNvPr>
          <p:cNvSpPr txBox="1"/>
          <p:nvPr/>
        </p:nvSpPr>
        <p:spPr>
          <a:xfrm>
            <a:off x="8472715" y="5502739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99E227-B199-2B42-80EA-499FD50066B3}"/>
              </a:ext>
            </a:extLst>
          </p:cNvPr>
          <p:cNvSpPr txBox="1"/>
          <p:nvPr/>
        </p:nvSpPr>
        <p:spPr>
          <a:xfrm>
            <a:off x="9113296" y="5549233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4958E6-2D11-0B43-A4DA-FC0DF7C568BE}"/>
              </a:ext>
            </a:extLst>
          </p:cNvPr>
          <p:cNvSpPr txBox="1"/>
          <p:nvPr/>
        </p:nvSpPr>
        <p:spPr>
          <a:xfrm>
            <a:off x="9505742" y="5190193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A154AFEE-2E74-7B4C-9E27-40CB024691B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8944430" y="4560332"/>
            <a:ext cx="297542" cy="14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67E2521D-3229-414C-911A-1E60C2518A16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9241972" y="4560332"/>
            <a:ext cx="354482" cy="14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97647EE-CF48-4E48-A532-CD17750F335C}"/>
              </a:ext>
            </a:extLst>
          </p:cNvPr>
          <p:cNvCxnSpPr/>
          <p:nvPr/>
        </p:nvCxnSpPr>
        <p:spPr>
          <a:xfrm flipH="1">
            <a:off x="8646887" y="4970090"/>
            <a:ext cx="297542" cy="14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A6A3A9B3-B325-3F4A-8C6B-ADC8D953A891}"/>
              </a:ext>
            </a:extLst>
          </p:cNvPr>
          <p:cNvCxnSpPr/>
          <p:nvPr/>
        </p:nvCxnSpPr>
        <p:spPr>
          <a:xfrm>
            <a:off x="8915959" y="4974008"/>
            <a:ext cx="354482" cy="14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1E3F469-0A65-4F46-B628-7CCC3C10947A}"/>
              </a:ext>
            </a:extLst>
          </p:cNvPr>
          <p:cNvCxnSpPr>
            <a:cxnSpLocks/>
          </p:cNvCxnSpPr>
          <p:nvPr/>
        </p:nvCxnSpPr>
        <p:spPr>
          <a:xfrm flipH="1">
            <a:off x="8614229" y="5354012"/>
            <a:ext cx="14516" cy="242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784396F2-3966-6C4B-A814-A544DE7DAA37}"/>
              </a:ext>
            </a:extLst>
          </p:cNvPr>
          <p:cNvCxnSpPr>
            <a:cxnSpLocks/>
          </p:cNvCxnSpPr>
          <p:nvPr/>
        </p:nvCxnSpPr>
        <p:spPr>
          <a:xfrm flipH="1">
            <a:off x="9240295" y="5376408"/>
            <a:ext cx="14516" cy="242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9501F6F0-EF4C-2248-869C-5C4CBA059B5C}"/>
              </a:ext>
            </a:extLst>
          </p:cNvPr>
          <p:cNvCxnSpPr>
            <a:cxnSpLocks/>
          </p:cNvCxnSpPr>
          <p:nvPr/>
        </p:nvCxnSpPr>
        <p:spPr>
          <a:xfrm flipH="1">
            <a:off x="9618785" y="4982518"/>
            <a:ext cx="14516" cy="242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529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乔姆斯基范式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CNF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 </a:t>
                </a:r>
                <a:r>
                  <a:rPr lang="zh-CN" altLang="en-US" dirty="0"/>
                  <a:t>每个不带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都可以由这样的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CFG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定义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中每个产生式的形式都为</a:t>
                </a:r>
                <a:endParaRPr lang="en-AU" altLang="zh-CN" dirty="0"/>
              </a:p>
              <a:p>
                <a:pPr marL="0" indent="0" algn="ctr">
                  <a:buNone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或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这里的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AU" dirty="0"/>
                  <a:t>,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是变元</a:t>
                </a:r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是终结符。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81" t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9</a:t>
            </a:fld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泵引理证明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63535" y="1359088"/>
                <a:ext cx="9452687" cy="5085255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:r>
                  <a:rPr lang="en-AU" altLang="zh-CN" sz="24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CFG</a:t>
                </a:r>
                <a:r>
                  <a:rPr lang="en-AU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𝑉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𝑆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为接受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𝐿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−{</m:t>
                    </m:r>
                    <m:r>
                      <a:rPr lang="zh-CN" altLang="en-AU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𝜀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en-AU" altLang="zh-CN" sz="24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CNF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（乔姆斯基范式）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文法。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首先，在文法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的派生树中，若最长路径为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，则产物（派生出的句子）的长度最多为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AU" altLang="zh-CN" sz="2400" b="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内节点为二叉树，且路径长度为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−1</m:t>
                    </m:r>
                  </m:oMath>
                </a14:m>
                <a:r>
                  <a:rPr lang="en-AU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其叶子节点最多为</a:t>
                </a:r>
                <a:r>
                  <a:rPr lang="zh-CN" altLang="en-US" sz="2400" dirty="0">
                    <a:solidFill>
                      <a:srgbClr val="80008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满二叉树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时的数量，即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AU" altLang="zh-CN" sz="24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AU" altLang="zh-CN" sz="24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中变元数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sz="2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那么若有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𝐋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AU" altLang="zh-CN" sz="2400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的派生树中最长路径长度至少也是</a:t>
                </a:r>
                <a14:m>
                  <m:oMath xmlns:m="http://schemas.openxmlformats.org/officeDocument/2006/math">
                    <m:r>
                      <a:rPr lang="en-AU" altLang="zh-CN" sz="2400" b="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+1</m:t>
                    </m:r>
                  </m:oMath>
                </a14:m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这条路径上节点至少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+2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个。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除了最后一个节点外，其余均为变元，即至少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+1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个变元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该路径由下至上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+ 1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个内节点中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至少有</a:t>
                </a:r>
                <a:r>
                  <a:rPr lang="zh-CN" altLang="en-US" sz="2400" b="0" dirty="0">
                    <a:solidFill>
                      <a:srgbClr val="80008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两个</a:t>
                </a:r>
                <a14:m>
                  <m:oMath xmlns:m="http://schemas.openxmlformats.org/officeDocument/2006/math">
                    <m:r>
                      <a:rPr lang="zh-CN" altLang="en-US" sz="2400" b="0" i="1" dirty="0">
                        <a:solidFill>
                          <a:srgbClr val="800080"/>
                        </a:solidFill>
                        <a:latin typeface="Cambria Math" panose="02040503050406030204" pitchFamily="18" charset="0"/>
                      </a:rPr>
                      <m:t>节点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标记了相同的变元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（鸽巢原理）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endParaRPr lang="en-AU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AU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AU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endParaRPr lang="en-AU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AU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3535" y="1359088"/>
                <a:ext cx="9452687" cy="5085255"/>
              </a:xfrm>
              <a:blipFill>
                <a:blip r:embed="rId3"/>
                <a:stretch>
                  <a:fillRect l="-804" t="-1496" r="-4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10</a:t>
            </a:fld>
            <a:endParaRPr lang="en-AU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C4E318-3151-6246-9D60-3BA6F30C3A80}"/>
              </a:ext>
            </a:extLst>
          </p:cNvPr>
          <p:cNvSpPr txBox="1"/>
          <p:nvPr/>
        </p:nvSpPr>
        <p:spPr>
          <a:xfrm>
            <a:off x="11086949" y="2079171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42C55B-9858-FA4B-A215-F19864155573}"/>
              </a:ext>
            </a:extLst>
          </p:cNvPr>
          <p:cNvSpPr txBox="1"/>
          <p:nvPr/>
        </p:nvSpPr>
        <p:spPr>
          <a:xfrm>
            <a:off x="10789407" y="2590800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1FF1FA-0108-EE4D-B5B4-AC170A8DFD0C}"/>
              </a:ext>
            </a:extLst>
          </p:cNvPr>
          <p:cNvSpPr txBox="1"/>
          <p:nvPr/>
        </p:nvSpPr>
        <p:spPr>
          <a:xfrm>
            <a:off x="11441431" y="2590800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487167-00D4-5949-8118-45905035371F}"/>
              </a:ext>
            </a:extLst>
          </p:cNvPr>
          <p:cNvSpPr txBox="1"/>
          <p:nvPr/>
        </p:nvSpPr>
        <p:spPr>
          <a:xfrm>
            <a:off x="10441063" y="2960132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6FA5B7-E99D-3E40-A89F-F74C1DE35473}"/>
              </a:ext>
            </a:extLst>
          </p:cNvPr>
          <p:cNvSpPr txBox="1"/>
          <p:nvPr/>
        </p:nvSpPr>
        <p:spPr>
          <a:xfrm>
            <a:off x="11083739" y="2975084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D93AFE-DF40-0743-86E4-3072C02F7948}"/>
              </a:ext>
            </a:extLst>
          </p:cNvPr>
          <p:cNvSpPr txBox="1"/>
          <p:nvPr/>
        </p:nvSpPr>
        <p:spPr>
          <a:xfrm>
            <a:off x="10459207" y="3390910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743B8F-430D-434F-857E-62FE38128F91}"/>
              </a:ext>
            </a:extLst>
          </p:cNvPr>
          <p:cNvSpPr txBox="1"/>
          <p:nvPr/>
        </p:nvSpPr>
        <p:spPr>
          <a:xfrm>
            <a:off x="11099788" y="3437404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816E682-9412-9745-B395-5556EF5DF7C9}"/>
              </a:ext>
            </a:extLst>
          </p:cNvPr>
          <p:cNvSpPr txBox="1"/>
          <p:nvPr/>
        </p:nvSpPr>
        <p:spPr>
          <a:xfrm>
            <a:off x="11492234" y="3078364"/>
            <a:ext cx="28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98558B55-D011-8241-846F-B52D6D56CC80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10930922" y="2448503"/>
            <a:ext cx="297542" cy="14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E4FC3A72-BDFC-5C40-B86A-AA2DD69F1FC3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11228464" y="2448503"/>
            <a:ext cx="354482" cy="14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8B6EC596-DD62-554E-9E4B-E94868AC4B1D}"/>
              </a:ext>
            </a:extLst>
          </p:cNvPr>
          <p:cNvCxnSpPr/>
          <p:nvPr/>
        </p:nvCxnSpPr>
        <p:spPr>
          <a:xfrm flipH="1">
            <a:off x="10633379" y="2858261"/>
            <a:ext cx="297542" cy="14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099B3221-96D1-1C4A-9D84-8178D2394A2B}"/>
              </a:ext>
            </a:extLst>
          </p:cNvPr>
          <p:cNvCxnSpPr/>
          <p:nvPr/>
        </p:nvCxnSpPr>
        <p:spPr>
          <a:xfrm>
            <a:off x="10902451" y="2862179"/>
            <a:ext cx="354482" cy="14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9311D7E8-D634-6B47-88D6-9D206DAEA96F}"/>
              </a:ext>
            </a:extLst>
          </p:cNvPr>
          <p:cNvCxnSpPr>
            <a:cxnSpLocks/>
          </p:cNvCxnSpPr>
          <p:nvPr/>
        </p:nvCxnSpPr>
        <p:spPr>
          <a:xfrm flipH="1">
            <a:off x="10600721" y="3242183"/>
            <a:ext cx="14516" cy="242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5C6331AC-FC08-4142-B8BB-2009C53DDCA6}"/>
              </a:ext>
            </a:extLst>
          </p:cNvPr>
          <p:cNvCxnSpPr>
            <a:cxnSpLocks/>
          </p:cNvCxnSpPr>
          <p:nvPr/>
        </p:nvCxnSpPr>
        <p:spPr>
          <a:xfrm flipH="1">
            <a:off x="11226787" y="3264579"/>
            <a:ext cx="14516" cy="242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A5BE2A76-6EBD-984C-A838-A8EA4B4AB687}"/>
              </a:ext>
            </a:extLst>
          </p:cNvPr>
          <p:cNvCxnSpPr>
            <a:cxnSpLocks/>
          </p:cNvCxnSpPr>
          <p:nvPr/>
        </p:nvCxnSpPr>
        <p:spPr>
          <a:xfrm flipH="1">
            <a:off x="11605277" y="2870689"/>
            <a:ext cx="14516" cy="242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泵引理证明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55242"/>
                <a:ext cx="8330126" cy="592047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sz="2400" dirty="0"/>
                  <a:t>如果这两个节点分别是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，标记均为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，设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更接近树根。</a:t>
                </a:r>
                <a:endParaRPr lang="en-AU" altLang="zh-CN" sz="2400" dirty="0"/>
              </a:p>
              <a:p>
                <a:pPr lvl="1"/>
                <a:r>
                  <a:rPr lang="zh-CN" altLang="en-US" sz="2400" dirty="0"/>
                  <a:t>设以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为根的子树为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为根的子树为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r>
                  <a:rPr lang="zh-CN" altLang="en-US" sz="2400" dirty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dirty="0"/>
                  <a:t>产物为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dirty="0"/>
                  <a:t>产物为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400" dirty="0"/>
                  <a:t>。由于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的子树，则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的产物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必包含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400" dirty="0"/>
                  <a:t>，不妨记为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sz="2400" dirty="0"/>
                  <a:t>，则有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𝐴</m:t>
                    </m:r>
                    <m:groupChr>
                      <m:groupChrPr>
                        <m:chr m:val="⇒"/>
                        <m:vertJc m:val="bot"/>
                        <m:ctrlPr>
                          <a:rPr lang="en-AU" altLang="zh-CN" sz="2400" b="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AU" altLang="zh-CN" sz="2400" b="0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𝑣𝐴𝑥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𝐴</m:t>
                    </m:r>
                    <m:groupChr>
                      <m:groupChrPr>
                        <m:chr m:val="⇒"/>
                        <m:vertJc m:val="bot"/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AU" altLang="zh-CN" sz="2400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pPr lvl="1"/>
                <a:r>
                  <a:rPr lang="zh-CN" altLang="en-US" sz="2400" dirty="0"/>
                  <a:t>那么对任意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𝐴</m:t>
                    </m:r>
                    <m:groupChr>
                      <m:groupChrPr>
                        <m:chr m:val="⇒"/>
                        <m:vertJc m:val="bot"/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AU" altLang="zh-CN" sz="2400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sSup>
                      <m:sSup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r>
                  <a:rPr lang="zh-CN" altLang="en-US" sz="2400" dirty="0"/>
                  <a:t>不妨设整棵树的产物为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𝑢𝑣𝑤𝑥𝑦</m:t>
                    </m:r>
                  </m:oMath>
                </a14:m>
                <a:r>
                  <a:rPr lang="en-AU" altLang="zh-CN" sz="2400" dirty="0"/>
                  <a:t>(</a:t>
                </a:r>
                <a:r>
                  <a:rPr lang="zh-CN" altLang="en-US" sz="2400" dirty="0"/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产物前面部分为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2400" dirty="0"/>
                  <a:t>，后面部分为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altLang="zh-CN" sz="2400" dirty="0"/>
                  <a:t>),</a:t>
                </a:r>
                <a:r>
                  <a:rPr lang="zh-CN" altLang="en-US" sz="2400" dirty="0"/>
                  <a:t>则</a:t>
                </a:r>
                <a14:m>
                  <m:oMath xmlns:m="http://schemas.openxmlformats.org/officeDocument/2006/math">
                    <m:r>
                      <a:rPr lang="en-AU" altLang="zh-CN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groupChr>
                      <m:groupChrPr>
                        <m:chr m:val="⇒"/>
                        <m:vertJc m:val="bot"/>
                        <m:ctrlP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AU" altLang="zh-CN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𝑢𝐴𝑦</m:t>
                    </m:r>
                    <m:groupChr>
                      <m:groupChrPr>
                        <m:chr m:val="⇒"/>
                        <m:vertJc m:val="bot"/>
                        <m:ctrlP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AU" altLang="zh-CN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AU" altLang="zh-CN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AU" altLang="zh-CN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路径长度不超过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AU" altLang="zh-CN" sz="2400" dirty="0"/>
                  <a:t>,</a:t>
                </a:r>
                <a:r>
                  <a:rPr lang="zh-CN" altLang="en-US" sz="2400" dirty="0"/>
                  <a:t>其产物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sz="2400" dirty="0"/>
                  <a:t>长度不超过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dirty="0"/>
                  <a:t>（即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/>
                  <a:t>）</a:t>
                </a:r>
                <a:r>
                  <a:rPr lang="en-AU" altLang="zh-CN" sz="2400" dirty="0"/>
                  <a:t>,</a:t>
                </a:r>
                <a:r>
                  <a:rPr lang="zh-CN" altLang="en-US" sz="2400" dirty="0"/>
                  <a:t>即</a:t>
                </a:r>
                <a14:m>
                  <m:oMath xmlns:m="http://schemas.openxmlformats.org/officeDocument/2006/math">
                    <m:r>
                      <a:rPr lang="en-AU" altLang="zh-CN" sz="2400" b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𝑣𝑤𝑥</m:t>
                    </m:r>
                    <m:r>
                      <a:rPr lang="en-AU" altLang="zh-CN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altLang="zh-CN" sz="2400" b="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派生出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sz="2400" dirty="0"/>
                  <a:t>的第一个产生式必须是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zh-CN" altLang="en-US" sz="2400" dirty="0"/>
                  <a:t>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必定</m:t>
                    </m:r>
                  </m:oMath>
                </a14:m>
                <a:r>
                  <a:rPr lang="zh-CN" altLang="en-US" sz="2400" dirty="0"/>
                  <a:t>处于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/>
                  <a:t>的树或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/>
                  <a:t>的树中，并且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/>
                  <a:t>都至少产生一个终结符，所以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/>
                  <a:t>不可能同时为空，即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𝑣𝑥</m:t>
                    </m:r>
                    <m:r>
                      <a:rPr lang="en-US" altLang="zh-CN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l-GR" altLang="zh-CN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altLang="zh-CN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55242"/>
                <a:ext cx="8330126" cy="5920472"/>
              </a:xfrm>
              <a:blipFill>
                <a:blip r:embed="rId2"/>
                <a:stretch>
                  <a:fillRect l="-1067" t="-1713" r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11</a:t>
            </a:fld>
            <a:endParaRPr lang="en-A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2917" y="2595640"/>
            <a:ext cx="3109083" cy="2538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8" name="Rectangle 6"/>
          <p:cNvSpPr>
            <a:spLocks noChangeArrowheads="1"/>
          </p:cNvSpPr>
          <p:nvPr/>
        </p:nvSpPr>
        <p:spPr bwMode="auto">
          <a:xfrm>
            <a:off x="1981200" y="1295400"/>
            <a:ext cx="800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en-US" altLang="zh-CN" sz="3200" b="1" i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 Pumping </a:t>
            </a: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引理的一个应用</a:t>
            </a:r>
          </a:p>
        </p:txBody>
      </p:sp>
      <p:sp>
        <p:nvSpPr>
          <p:cNvPr id="202759" name="Rectangle 7"/>
          <p:cNvSpPr>
            <a:spLocks noChangeArrowheads="1"/>
          </p:cNvSpPr>
          <p:nvPr/>
        </p:nvSpPr>
        <p:spPr bwMode="auto">
          <a:xfrm>
            <a:off x="2286000" y="2133600"/>
            <a:ext cx="83058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</a:pPr>
            <a:r>
              <a:rPr kumimoji="1" lang="en-US" altLang="zh-CN" sz="32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用于证明某个语言 </a:t>
            </a:r>
            <a:r>
              <a:rPr kumimoji="1" lang="en-US" altLang="zh-CN" sz="32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L </a:t>
            </a: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不是上下文无关语言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Pumping </a:t>
            </a:r>
            <a:r>
              <a:rPr kumimoji="1"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引理的条件可形式表示为：</a:t>
            </a:r>
            <a:endParaRPr kumimoji="1" lang="en-US" altLang="zh-CN" sz="28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</a:t>
            </a:r>
            <a:r>
              <a:rPr kumimoji="1" lang="zh-CN" altLang="en-US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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nzuvwxyk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(n</a:t>
            </a:r>
            <a:r>
              <a:rPr kumimoji="1" lang="en-US" altLang="zh-CN" sz="24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&gt;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0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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zL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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|z|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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n</a:t>
            </a:r>
            <a:r>
              <a:rPr kumimoji="1" lang="en-US" altLang="zh-CN" sz="2400" b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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z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uvwxy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       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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vx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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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|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vwx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| 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 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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(k 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0  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uv</a:t>
            </a:r>
            <a:r>
              <a:rPr kumimoji="1" lang="en-US" altLang="zh-CN" sz="2400" b="1" i="1" baseline="30000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wx</a:t>
            </a:r>
            <a:r>
              <a:rPr kumimoji="1" lang="en-US" altLang="zh-CN" sz="2400" b="1" i="1" baseline="30000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y</a:t>
            </a:r>
            <a:r>
              <a:rPr kumimoji="1" lang="en-US" altLang="zh-CN" sz="2400" b="1" i="1" baseline="300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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L)))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</a:t>
            </a:r>
            <a:r>
              <a:rPr kumimoji="1"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该命题的否定形式为：</a:t>
            </a:r>
            <a:endParaRPr kumimoji="1" lang="en-US" altLang="zh-CN" sz="28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altLang="zh-CN" sz="10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   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nzuvwxyk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(n</a:t>
            </a:r>
            <a:r>
              <a:rPr kumimoji="1" lang="en-US" altLang="zh-CN" sz="24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&gt;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0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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zL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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|z|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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n</a:t>
            </a:r>
            <a:r>
              <a:rPr kumimoji="1" lang="en-US" altLang="zh-CN" sz="24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&gt;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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(z=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uvwxy</a:t>
            </a:r>
            <a:endParaRPr kumimoji="1" lang="en-US" altLang="zh-CN" sz="2400" b="1" i="1" dirty="0">
              <a:solidFill>
                <a:srgbClr val="800080"/>
              </a:solidFill>
              <a:latin typeface="Arial" pitchFamily="34" charset="0"/>
              <a:ea typeface="楷体_GB2312" pitchFamily="49" charset="-122"/>
              <a:sym typeface="Symbol" pitchFamily="18" charset="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       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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vx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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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|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vwx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| 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 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 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k 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0 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uv</a:t>
            </a:r>
            <a:r>
              <a:rPr kumimoji="1" lang="en-US" altLang="zh-CN" sz="2400" b="1" i="1" baseline="30000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wx</a:t>
            </a:r>
            <a:r>
              <a:rPr kumimoji="1" lang="en-US" altLang="zh-CN" sz="2400" b="1" i="1" baseline="30000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y</a:t>
            </a:r>
            <a:r>
              <a:rPr kumimoji="1" lang="en-US" altLang="zh-CN" sz="2400" b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</a:t>
            </a:r>
            <a:r>
              <a:rPr kumimoji="1" lang="en-US" altLang="zh-CN" sz="24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L</a:t>
            </a:r>
            <a:r>
              <a:rPr kumimoji="1" lang="en-US" altLang="zh-CN" sz="24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)))</a:t>
            </a:r>
          </a:p>
        </p:txBody>
      </p:sp>
      <p:sp>
        <p:nvSpPr>
          <p:cNvPr id="202760" name="Rectangle 8"/>
          <p:cNvSpPr>
            <a:spLocks noChangeArrowheads="1"/>
          </p:cNvSpPr>
          <p:nvPr/>
        </p:nvSpPr>
        <p:spPr bwMode="auto">
          <a:xfrm>
            <a:off x="2667000" y="228600"/>
            <a:ext cx="6934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针对上下文无关语言的</a:t>
            </a:r>
            <a:r>
              <a:rPr kumimoji="1" lang="en-US" altLang="zh-CN" sz="3200" i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Pumping</a:t>
            </a: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引理</a:t>
            </a:r>
          </a:p>
        </p:txBody>
      </p:sp>
    </p:spTree>
  </p:cSld>
  <p:clrMapOvr>
    <a:masterClrMapping/>
  </p:clrMapOvr>
  <p:transition spd="med" advClick="0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6" name="Rectangle 6"/>
          <p:cNvSpPr>
            <a:spLocks noChangeArrowheads="1"/>
          </p:cNvSpPr>
          <p:nvPr/>
        </p:nvSpPr>
        <p:spPr bwMode="auto">
          <a:xfrm>
            <a:off x="2590800" y="1949450"/>
            <a:ext cx="7391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</a:pP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用于证明某个语言 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L </a:t>
            </a: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不是上下文无关语言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（接上页）</a:t>
            </a:r>
          </a:p>
        </p:txBody>
      </p:sp>
      <p:sp>
        <p:nvSpPr>
          <p:cNvPr id="204807" name="Rectangle 7"/>
          <p:cNvSpPr>
            <a:spLocks noChangeArrowheads="1"/>
          </p:cNvSpPr>
          <p:nvPr/>
        </p:nvSpPr>
        <p:spPr bwMode="auto">
          <a:xfrm>
            <a:off x="2590800" y="2971800"/>
            <a:ext cx="7391400" cy="308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</a:pP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证明步骤</a:t>
            </a:r>
            <a:r>
              <a:rPr kumimoji="1" lang="zh-CN" altLang="en-US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</a:t>
            </a:r>
            <a:r>
              <a:rPr kumimoji="1"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　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1.  </a:t>
            </a: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考虑任意的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800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&gt;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0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2.  </a:t>
            </a: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找到一个满足以下条件的串</a:t>
            </a:r>
            <a:r>
              <a:rPr kumimoji="1" lang="en-US" altLang="zh-CN" sz="28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z</a:t>
            </a:r>
            <a:r>
              <a:rPr kumimoji="1" lang="en-US" altLang="zh-CN" sz="2800" b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</a:t>
            </a:r>
            <a:r>
              <a:rPr kumimoji="1" lang="en-US" altLang="zh-CN" sz="28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L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(</a:t>
            </a: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长度至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     少为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n)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.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3.  </a:t>
            </a: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任选满足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z=</a:t>
            </a:r>
            <a:r>
              <a:rPr kumimoji="1" lang="en-US" altLang="zh-CN" sz="28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uvwxy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en-US" altLang="zh-CN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</a:t>
            </a:r>
            <a:r>
              <a:rPr kumimoji="1" lang="en-US" altLang="zh-CN" sz="28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vx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</a:t>
            </a:r>
            <a:r>
              <a:rPr kumimoji="1" lang="en-US" altLang="zh-CN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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|</a:t>
            </a:r>
            <a:r>
              <a:rPr kumimoji="1" lang="en-US" altLang="zh-CN" sz="28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vwx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| </a:t>
            </a:r>
            <a:r>
              <a:rPr kumimoji="1" lang="en-US" altLang="zh-CN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 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n</a:t>
            </a:r>
            <a:r>
              <a:rPr kumimoji="1" lang="en-US" altLang="zh-CN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的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     </a:t>
            </a:r>
            <a:r>
              <a:rPr kumimoji="1" lang="en-US" altLang="zh-CN" sz="28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u,v,w,x,y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.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  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4.</a:t>
            </a:r>
            <a:r>
              <a:rPr kumimoji="1" lang="en-US" altLang="zh-CN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 </a:t>
            </a: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找到一个 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k </a:t>
            </a:r>
            <a:r>
              <a:rPr kumimoji="1" lang="en-US" altLang="zh-CN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 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0,  </a:t>
            </a: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使 </a:t>
            </a:r>
            <a:r>
              <a:rPr kumimoji="1" lang="en-US" altLang="zh-CN" sz="28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uv</a:t>
            </a:r>
            <a:r>
              <a:rPr kumimoji="1" lang="en-US" altLang="zh-CN" sz="2800" b="1" i="1" baseline="30000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kumimoji="1" lang="en-US" altLang="zh-CN" sz="28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wx</a:t>
            </a:r>
            <a:r>
              <a:rPr kumimoji="1" lang="en-US" altLang="zh-CN" sz="2800" b="1" i="1" baseline="30000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k</a:t>
            </a:r>
            <a:r>
              <a:rPr kumimoji="1" lang="en-US" altLang="zh-CN" sz="2800" b="1" i="1" dirty="0" err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y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 </a:t>
            </a:r>
            <a:r>
              <a:rPr kumimoji="1" lang="en-US" altLang="zh-CN" sz="2800" b="1" i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L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204808" name="Rectangle 8"/>
          <p:cNvSpPr>
            <a:spLocks noChangeArrowheads="1"/>
          </p:cNvSpPr>
          <p:nvPr/>
        </p:nvSpPr>
        <p:spPr bwMode="auto">
          <a:xfrm>
            <a:off x="2667000" y="228600"/>
            <a:ext cx="6934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针对上下文无关语言的</a:t>
            </a:r>
            <a:r>
              <a:rPr kumimoji="1" lang="en-US" altLang="zh-CN" sz="3200" i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Pumping</a:t>
            </a: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引理</a:t>
            </a:r>
          </a:p>
        </p:txBody>
      </p:sp>
      <p:sp>
        <p:nvSpPr>
          <p:cNvPr id="204809" name="Rectangle 9"/>
          <p:cNvSpPr>
            <a:spLocks noChangeArrowheads="1"/>
          </p:cNvSpPr>
          <p:nvPr/>
        </p:nvSpPr>
        <p:spPr bwMode="auto">
          <a:xfrm>
            <a:off x="2209800" y="1219200"/>
            <a:ext cx="800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en-US" altLang="zh-CN" sz="3200" b="1" i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 Pumping </a:t>
            </a:r>
            <a:r>
              <a:rPr kumimoji="1" lang="zh-CN" altLang="en-US" sz="3200" b="1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引理的一个应用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2C45FB-FB1F-8245-AE2D-FE14D1160B65}"/>
              </a:ext>
            </a:extLst>
          </p:cNvPr>
          <p:cNvSpPr txBox="1"/>
          <p:nvPr/>
        </p:nvSpPr>
        <p:spPr>
          <a:xfrm>
            <a:off x="10200456" y="6525344"/>
            <a:ext cx="467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anose="02020603050405020304" pitchFamily="18" charset="0"/>
              </a:rPr>
              <a:t>10</a:t>
            </a:r>
            <a:endParaRPr kumimoji="1" lang="zh-CN" altLang="en-US" sz="2000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51429"/>
                <a:ext cx="8229600" cy="4525963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{</m:t>
                    </m:r>
                    <m:sSup>
                      <m:sSup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≥ 1} </m:t>
                    </m:r>
                  </m:oMath>
                </a14:m>
                <a:r>
                  <a:rPr lang="zh-CN" altLang="en-US" dirty="0"/>
                  <a:t>不是上下文无关语言。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(1)</a:t>
                </a:r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dirty="0"/>
                  <a:t>, </a:t>
                </a:r>
                <a:r>
                  <a:rPr lang="zh-CN" altLang="en-US" dirty="0"/>
                  <a:t>那么存在整数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dirty="0"/>
                  <a:t>, </a:t>
                </a:r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(|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| ≥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满足泵引理</a:t>
                </a:r>
                <a:r>
                  <a:rPr lang="en-US" altLang="zh-CN" dirty="0"/>
                  <a:t>;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(2)</a:t>
                </a:r>
                <a:r>
                  <a:rPr lang="zh-CN" altLang="en-US" dirty="0"/>
                  <a:t>从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中取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AU" dirty="0"/>
                  <a:t>, </a:t>
                </a:r>
                <a:r>
                  <a:rPr lang="zh-CN" altLang="en-US" dirty="0"/>
                  <a:t>则显然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AU" i="1" dirty="0" smtClean="0">
                        <a:latin typeface="Cambria Math" panose="02040503050406030204" pitchFamily="18" charset="0"/>
                      </a:rPr>
                      <m:t>= 3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≥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/>
                  <a:t>;</a:t>
                </a:r>
              </a:p>
              <a:p>
                <a:pPr marL="0" indent="0">
                  <a:buNone/>
                </a:pPr>
                <a:r>
                  <a:rPr lang="en-AU" dirty="0"/>
                  <a:t>(3)</a:t>
                </a:r>
                <a:r>
                  <a:rPr lang="zh-CN" altLang="en-US" dirty="0"/>
                  <a:t>由泵引理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可被分为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i="1" dirty="0" err="1" smtClean="0">
                        <a:latin typeface="Cambria Math" panose="02040503050406030204" pitchFamily="18" charset="0"/>
                      </a:rPr>
                      <m:t>𝑢𝑣𝑤𝑥𝑦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且有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i="1" dirty="0" err="1" smtClean="0">
                        <a:latin typeface="Cambria Math" panose="02040503050406030204" pitchFamily="18" charset="0"/>
                      </a:rPr>
                      <m:t>𝑣𝑤𝑥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| ≤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𝑣𝑥</m:t>
                    </m:r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b="0" dirty="0"/>
                  <a:t>;</a:t>
                </a:r>
              </a:p>
              <a:p>
                <a:pPr marL="0" indent="0">
                  <a:buNone/>
                </a:pPr>
                <a:r>
                  <a:rPr lang="en-AU" dirty="0"/>
                  <a:t>(4)</a:t>
                </a:r>
                <a:r>
                  <a:rPr lang="zh-CN" altLang="en-US" dirty="0"/>
                  <a:t>那么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dirty="0"/>
                  <a:t>可能</a:t>
                </a:r>
                <a:r>
                  <a:rPr lang="en-AU" altLang="zh-CN" dirty="0"/>
                  <a:t>:</a:t>
                </a:r>
              </a:p>
              <a:p>
                <a:pPr marL="0" indent="0">
                  <a:buNone/>
                </a:pPr>
                <a:r>
                  <a:rPr lang="en-AU" altLang="zh-CN" dirty="0"/>
                  <a:t>   (</a:t>
                </a:r>
                <a:r>
                  <a:rPr lang="en-AU" altLang="zh-CN" dirty="0" err="1"/>
                  <a:t>i</a:t>
                </a:r>
                <a:r>
                  <a:rPr lang="en-AU" altLang="zh-CN" dirty="0"/>
                  <a:t>)</a:t>
                </a:r>
                <a:r>
                  <a:rPr lang="zh-CN" altLang="en-US" dirty="0"/>
                  <a:t>只包含</a:t>
                </a:r>
                <a:r>
                  <a:rPr lang="en-AU" altLang="zh-CN" dirty="0"/>
                  <a:t>0</a:t>
                </a:r>
                <a:r>
                  <a:rPr lang="zh-CN" altLang="en-US" dirty="0"/>
                  <a:t>或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或</a:t>
                </a:r>
                <a:r>
                  <a:rPr lang="en-AU" altLang="zh-CN" dirty="0"/>
                  <a:t>2</a:t>
                </a:r>
                <a:r>
                  <a:rPr lang="zh-CN" altLang="en-US" dirty="0"/>
                  <a:t>，那么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𝑢𝑤𝑦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;</a:t>
                </a:r>
              </a:p>
              <a:p>
                <a:pPr marL="0" indent="0">
                  <a:buNone/>
                </a:pPr>
                <a:r>
                  <a:rPr lang="en-AU" altLang="zh-CN" dirty="0"/>
                  <a:t>   (ii)</a:t>
                </a:r>
                <a:r>
                  <a:rPr lang="zh-CN" altLang="en-US" dirty="0"/>
                  <a:t>只包含</a:t>
                </a:r>
                <a:r>
                  <a:rPr lang="en-AU" altLang="zh-CN" dirty="0"/>
                  <a:t>0</a:t>
                </a:r>
                <a:r>
                  <a:rPr lang="zh-CN" altLang="en-US" dirty="0"/>
                  <a:t>和</a:t>
                </a:r>
                <a:r>
                  <a:rPr lang="en-AU" altLang="zh-CN" dirty="0"/>
                  <a:t>1,</a:t>
                </a:r>
                <a:r>
                  <a:rPr lang="zh-CN" altLang="en-US" dirty="0"/>
                  <a:t>或只包含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和</a:t>
                </a:r>
                <a:r>
                  <a:rPr lang="en-AU" altLang="zh-CN" dirty="0"/>
                  <a:t>2</a:t>
                </a:r>
                <a:r>
                  <a:rPr lang="zh-CN" altLang="en-US" dirty="0"/>
                  <a:t>，那么也有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𝑢𝑤𝑦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;</a:t>
                </a:r>
              </a:p>
              <a:p>
                <a:pPr marL="0" indent="0">
                  <a:buNone/>
                </a:pPr>
                <a:r>
                  <a:rPr lang="en-AU" altLang="zh-CN" dirty="0"/>
                  <a:t>(5)</a:t>
                </a:r>
                <a:r>
                  <a:rPr lang="zh-CN" altLang="en-US" dirty="0"/>
                  <a:t>与泵引理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𝑢𝑤𝑦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矛盾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假设不成立</a:t>
                </a:r>
                <a:r>
                  <a:rPr lang="en-AU" altLang="zh-CN" dirty="0"/>
                  <a:t>;</a:t>
                </a:r>
              </a:p>
              <a:p>
                <a:pPr marL="0" indent="0">
                  <a:buNone/>
                </a:pPr>
                <a:r>
                  <a:rPr lang="en-AU" altLang="zh-CN" dirty="0"/>
                  <a:t>(6)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不是上下文无关的。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51429"/>
                <a:ext cx="8229600" cy="4525963"/>
              </a:xfrm>
              <a:blipFill>
                <a:blip r:embed="rId3"/>
                <a:stretch>
                  <a:fillRect l="-1233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62E1F6-9BD6-474C-A82E-E07C3DB67AA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20800" y="1455153"/>
                <a:ext cx="9550400" cy="452596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|"/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𝑤𝑤</m:t>
                        </m:r>
                      </m:e>
                    </m:d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zh-CN" altLang="en-US" dirty="0"/>
                  <a:t>不是上下文无关语言。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，取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zh-CN" altLang="en-US" dirty="0"/>
                  <a:t>，将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分为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𝑢𝑣𝑤𝑥𝑦</m:t>
                    </m:r>
                  </m:oMath>
                </a14:m>
                <a:r>
                  <a:rPr lang="zh-CN" altLang="en-US" dirty="0"/>
                  <a:t>时，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	</a:t>
                </a:r>
                <a:r>
                  <a:rPr lang="zh-CN" altLang="en-US" dirty="0"/>
                  <a:t>由泵引理有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i="1" dirty="0" err="1" smtClean="0">
                        <a:latin typeface="Cambria Math" panose="02040503050406030204" pitchFamily="18" charset="0"/>
                      </a:rPr>
                      <m:t>𝑣𝑤𝑥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| ≤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𝑣𝑥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altLang="zh-CN" b="0" dirty="0"/>
                  <a:t>;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(1)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中点的任意一侧，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显然不可能属于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;</a:t>
                </a:r>
              </a:p>
              <a:p>
                <a:pPr marL="0" indent="0">
                  <a:buNone/>
                </a:pPr>
                <a:r>
                  <a:rPr lang="en-AU" altLang="zh-CN" dirty="0"/>
                  <a:t>(2)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𝑣𝑤𝑥</m:t>
                    </m:r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包括中点，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只能</m:t>
                    </m:r>
                  </m:oMath>
                </a14:m>
                <a:r>
                  <a:rPr lang="zh-CN" altLang="en-US" dirty="0"/>
                  <a:t>形如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也不可能属于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所以假设不成立，</a:t>
                </a:r>
                <a:r>
                  <a:rPr lang="en-AU" altLang="zh-CN" b="0" dirty="0"/>
                  <a:t>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不是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取</a:t>
                </a:r>
                <a14:m>
                  <m:oMath xmlns:m="http://schemas.openxmlformats.org/officeDocument/2006/math">
                    <m:r>
                      <a:rPr lang="en-AU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AU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呢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？</a:t>
                </a:r>
                <a:r>
                  <a:rPr lang="zh-CN" altLang="en-US" dirty="0"/>
                  <a:t>）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0800" y="1455153"/>
                <a:ext cx="9550400" cy="4525963"/>
              </a:xfrm>
              <a:blipFill>
                <a:blip r:embed="rId2"/>
                <a:stretch>
                  <a:fillRect l="-931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62E1F6-9BD6-474C-A82E-E07C3DB67AA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32" name="Rectangle 8"/>
          <p:cNvSpPr>
            <a:spLocks noChangeArrowheads="1"/>
          </p:cNvSpPr>
          <p:nvPr/>
        </p:nvSpPr>
        <p:spPr bwMode="auto">
          <a:xfrm>
            <a:off x="2667000" y="228600"/>
            <a:ext cx="6934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针对上下文无关语言的</a:t>
            </a:r>
            <a:r>
              <a:rPr kumimoji="1" lang="en-US" altLang="zh-CN" sz="3200" i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Pumping</a:t>
            </a: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引理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53F313-0D49-FA48-98F1-1E4472A30AED}"/>
              </a:ext>
            </a:extLst>
          </p:cNvPr>
          <p:cNvSpPr txBox="1"/>
          <p:nvPr/>
        </p:nvSpPr>
        <p:spPr>
          <a:xfrm>
            <a:off x="10200456" y="6525344"/>
            <a:ext cx="467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anose="02020603050405020304" pitchFamily="18" charset="0"/>
              </a:rPr>
              <a:t>12</a:t>
            </a:r>
            <a:endParaRPr kumimoji="1" lang="zh-CN" altLang="en-US" sz="2000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23678A-399D-674A-827A-804022958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609" y="1760239"/>
            <a:ext cx="9997277" cy="379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76749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32" name="Rectangle 8"/>
          <p:cNvSpPr>
            <a:spLocks noChangeArrowheads="1"/>
          </p:cNvSpPr>
          <p:nvPr/>
        </p:nvSpPr>
        <p:spPr bwMode="auto">
          <a:xfrm>
            <a:off x="2667000" y="228600"/>
            <a:ext cx="6934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针对上下文无关语言的</a:t>
            </a:r>
            <a:r>
              <a:rPr kumimoji="1" lang="en-US" altLang="zh-CN" sz="3200" i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Pumping</a:t>
            </a: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引理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53F313-0D49-FA48-98F1-1E4472A30AED}"/>
              </a:ext>
            </a:extLst>
          </p:cNvPr>
          <p:cNvSpPr txBox="1"/>
          <p:nvPr/>
        </p:nvSpPr>
        <p:spPr>
          <a:xfrm>
            <a:off x="10200456" y="6525344"/>
            <a:ext cx="467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anose="02020603050405020304" pitchFamily="18" charset="0"/>
              </a:rPr>
              <a:t>14</a:t>
            </a:r>
            <a:endParaRPr kumimoji="1" lang="zh-CN" altLang="en-US" sz="2000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42FDB5-E4BB-414C-8319-3465839C3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080" y="1235275"/>
            <a:ext cx="7956376" cy="543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016187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8" name="Rectangle 6"/>
          <p:cNvSpPr>
            <a:spLocks noChangeArrowheads="1"/>
          </p:cNvSpPr>
          <p:nvPr/>
        </p:nvSpPr>
        <p:spPr bwMode="auto">
          <a:xfrm>
            <a:off x="2063750" y="1341438"/>
            <a:ext cx="842473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en-US" altLang="zh-CN" sz="32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 Pumping </a:t>
            </a: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</a:rPr>
              <a:t>引理不是上下文无关语言的充分条件</a:t>
            </a:r>
          </a:p>
        </p:txBody>
      </p:sp>
      <p:sp>
        <p:nvSpPr>
          <p:cNvPr id="146441" name="Rectangle 9"/>
          <p:cNvSpPr>
            <a:spLocks noChangeArrowheads="1"/>
          </p:cNvSpPr>
          <p:nvPr/>
        </p:nvSpPr>
        <p:spPr bwMode="auto">
          <a:xfrm>
            <a:off x="2422526" y="2278063"/>
            <a:ext cx="7921947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</a:pPr>
            <a:r>
              <a:rPr kumimoji="1" lang="en-US" altLang="zh-CN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>
                <a:solidFill>
                  <a:srgbClr val="800080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反例</a:t>
            </a:r>
            <a:r>
              <a:rPr kumimoji="1" lang="zh-CN" altLang="en-US" sz="2800" b="1" dirty="0">
                <a:solidFill>
                  <a:srgbClr val="003366"/>
                </a:solidFill>
                <a:latin typeface="Arial" pitchFamily="34" charset="0"/>
                <a:ea typeface="楷体_GB2312" pitchFamily="49" charset="-122"/>
              </a:rPr>
              <a:t>  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a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, b, c, d </a:t>
            </a:r>
            <a:r>
              <a:rPr kumimoji="1"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串构成</a:t>
            </a:r>
            <a:r>
              <a:rPr kumimoji="1" lang="zh-CN" altLang="en-US" sz="2800" b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的语言</a:t>
            </a:r>
            <a:endParaRPr kumimoji="1" lang="zh-CN" altLang="en-US" sz="28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  <a:sym typeface="Symbol" pitchFamily="18" charset="2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800" b="1" dirty="0">
              <a:solidFill>
                <a:srgbClr val="333399"/>
              </a:solidFill>
              <a:latin typeface="Arial" pitchFamily="34" charset="0"/>
              <a:ea typeface="楷体_GB2312" pitchFamily="49" charset="-122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     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L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= { </a:t>
            </a:r>
            <a:r>
              <a:rPr kumimoji="1" lang="en-US" altLang="zh-CN" sz="28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a</a:t>
            </a:r>
            <a:r>
              <a:rPr kumimoji="1" lang="en-US" altLang="zh-CN" sz="2800" b="1" i="1" baseline="30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2800" b="1" i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28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b</a:t>
            </a:r>
            <a:r>
              <a:rPr kumimoji="1" lang="en-US" altLang="zh-CN" sz="2800" b="1" i="1" baseline="30000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j</a:t>
            </a:r>
            <a:r>
              <a:rPr kumimoji="1" lang="en-US" altLang="zh-CN" sz="2800" b="1" i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2800" b="1" i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k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d</a:t>
            </a:r>
            <a:r>
              <a:rPr kumimoji="1" lang="en-US" altLang="zh-CN" sz="2800" b="1" i="1" baseline="30000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l 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</a:t>
            </a:r>
            <a:r>
              <a:rPr kumimoji="1" lang="en-US" altLang="zh-CN" sz="2800" b="1" i="1" dirty="0" err="1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, j, k, l 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 0, </a:t>
            </a:r>
            <a:r>
              <a:rPr kumimoji="1"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若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i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/>
              </a:rPr>
              <a:t>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0 </a:t>
            </a:r>
            <a:r>
              <a:rPr kumimoji="1" lang="zh-CN" altLang="en-US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则 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j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k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=</a:t>
            </a:r>
            <a:r>
              <a:rPr kumimoji="1" lang="en-US" altLang="zh-CN" sz="2800" b="1" i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l </a:t>
            </a:r>
            <a:r>
              <a:rPr kumimoji="1" lang="en-US" altLang="zh-CN" sz="2800" b="1" dirty="0">
                <a:solidFill>
                  <a:srgbClr val="333399"/>
                </a:solidFill>
                <a:latin typeface="Arial" pitchFamily="34" charset="0"/>
                <a:ea typeface="楷体_GB2312" pitchFamily="49" charset="-122"/>
                <a:sym typeface="Symbol" pitchFamily="18" charset="2"/>
              </a:rPr>
              <a:t>} 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667000" y="228600"/>
            <a:ext cx="6934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针对上下文无关语言的</a:t>
            </a:r>
            <a:r>
              <a:rPr kumimoji="1" lang="en-US" altLang="zh-CN" sz="3200" i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Pumping</a:t>
            </a:r>
            <a:r>
              <a:rPr kumimoji="1" lang="zh-CN" altLang="en-US" sz="3200" b="1" dirty="0">
                <a:solidFill>
                  <a:srgbClr val="800080"/>
                </a:solidFill>
                <a:latin typeface="Arial" pitchFamily="34" charset="0"/>
                <a:ea typeface="华文行楷" pitchFamily="2" charset="-122"/>
              </a:rPr>
              <a:t>引理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10F77C-F5CB-BC4B-9C40-5A91F0B79AD6}"/>
              </a:ext>
            </a:extLst>
          </p:cNvPr>
          <p:cNvSpPr txBox="1"/>
          <p:nvPr/>
        </p:nvSpPr>
        <p:spPr>
          <a:xfrm>
            <a:off x="10200456" y="6525344"/>
            <a:ext cx="467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anose="02020603050405020304" pitchFamily="18" charset="0"/>
              </a:rPr>
              <a:t>15</a:t>
            </a:r>
            <a:endParaRPr kumimoji="1" lang="zh-CN" altLang="en-US" sz="2000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 advClick="0">
    <p:cut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psules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1" i="0" u="none" strike="noStrike" cap="none" normalizeH="0" baseline="0" smtClean="0">
            <a:ln>
              <a:noFill/>
            </a:ln>
            <a:solidFill>
              <a:srgbClr val="800080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1" i="0" u="none" strike="noStrike" cap="none" normalizeH="0" baseline="0" smtClean="0">
            <a:ln>
              <a:noFill/>
            </a:ln>
            <a:solidFill>
              <a:srgbClr val="800080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7291</TotalTime>
  <Words>1994</Words>
  <Application>Microsoft Macintosh PowerPoint</Application>
  <PresentationFormat>宽屏</PresentationFormat>
  <Paragraphs>205</Paragraphs>
  <Slides>18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楷体</vt:lpstr>
      <vt:lpstr>KaiTi_GB2312</vt:lpstr>
      <vt:lpstr>Microsoft Yahei</vt:lpstr>
      <vt:lpstr>Arial</vt:lpstr>
      <vt:lpstr>Calibri</vt:lpstr>
      <vt:lpstr>Cambria Math</vt:lpstr>
      <vt:lpstr>Symbol</vt:lpstr>
      <vt:lpstr>Times New Roman</vt:lpstr>
      <vt:lpstr>Wingdings</vt:lpstr>
      <vt:lpstr>1_Office 主题</vt:lpstr>
      <vt:lpstr>Capsules</vt:lpstr>
      <vt:lpstr>Lecture12</vt:lpstr>
      <vt:lpstr>主要内容</vt:lpstr>
      <vt:lpstr>正则语言的泵引理</vt:lpstr>
      <vt:lpstr>PowerPoint 演示文稿</vt:lpstr>
      <vt:lpstr>PowerPoint 演示文稿</vt:lpstr>
      <vt:lpstr>PowerPoint 演示文稿</vt:lpstr>
      <vt:lpstr>PowerPoint 演示文稿</vt:lpstr>
      <vt:lpstr>上下文无关语言的泵引理</vt:lpstr>
      <vt:lpstr>乔姆斯基范式 CNF</vt:lpstr>
      <vt:lpstr>泵引理证明</vt:lpstr>
      <vt:lpstr>泵引理证明</vt:lpstr>
      <vt:lpstr>PowerPoint 演示文稿</vt:lpstr>
      <vt:lpstr>PowerPoint 演示文稿</vt:lpstr>
      <vt:lpstr>泵引理的应用</vt:lpstr>
      <vt:lpstr>泵引理的应用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Yifeng</dc:creator>
  <cp:lastModifiedBy>Xuebo Liu</cp:lastModifiedBy>
  <cp:revision>743</cp:revision>
  <dcterms:created xsi:type="dcterms:W3CDTF">2021-06-01T10:46:00Z</dcterms:created>
  <dcterms:modified xsi:type="dcterms:W3CDTF">2026-04-16T14:59:28Z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B461908281EF4E5EA388C02DD386BB6E</vt:lpwstr>
  </property>
  <property fmtid="{D5CDD505-2E9C-101B-9397-08002B2CF9AE}" pid="3" name="KSOProductBuildVer">
    <vt:lpwstr>2052-11.1.0.10938</vt:lpwstr>
  </property>
</Properties>
</file>